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3"/>
  </p:notesMasterIdLst>
  <p:handoutMasterIdLst>
    <p:handoutMasterId r:id="rId14"/>
  </p:handoutMasterIdLst>
  <p:sldIdLst>
    <p:sldId id="334" r:id="rId5"/>
    <p:sldId id="351" r:id="rId6"/>
    <p:sldId id="350" r:id="rId7"/>
    <p:sldId id="352" r:id="rId8"/>
    <p:sldId id="353" r:id="rId9"/>
    <p:sldId id="342" r:id="rId10"/>
    <p:sldId id="354" r:id="rId11"/>
    <p:sldId id="34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9" autoAdjust="0"/>
    <p:restoredTop sz="84967" autoAdjust="0"/>
  </p:normalViewPr>
  <p:slideViewPr>
    <p:cSldViewPr snapToGrid="0">
      <p:cViewPr varScale="1">
        <p:scale>
          <a:sx n="57" d="100"/>
          <a:sy n="57" d="100"/>
        </p:scale>
        <p:origin x="102" y="140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12/26/2024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12/26/2024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90FC-7471-2AF0-C1A3-5A3F2A6B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F2C5B-078B-7296-D912-CDFB54CF9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E45F6-9E4D-45F1-91BA-E8A80E7B4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A9185-AFC4-3A47-B1E7-82C0CC964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90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1B95-12EB-D92C-5104-9D9FC5F0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65082-3B6E-A03E-1832-94E46A371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9001D-3719-5586-16B0-B7D9E05AA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FDE4E-734B-0540-8E65-E39F32D28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05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AD1C-3069-9ACB-3ED9-353BCFF9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AA3E3-FD96-CDA4-DCE1-717E06253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2A799-A247-6984-A805-245230C6E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105D0-9B12-26BD-0C98-4C5796C0C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676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410F-4F78-B115-1992-88E73E36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20F33-FB11-2379-8B96-4C542E0E8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BC89E-3BF0-E259-699B-15E7BFCB6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903E2-2837-1945-B395-4194A1E71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81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39FD-4F40-66AD-25EB-C9979557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38D82-3F25-AC17-1D1E-BEDD75EA0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7A682-E890-FA1C-B27A-E77C339E1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066FB-2FFD-50B2-7E14-9255D9347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318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Analytics-Driven LMS for Educational Institutions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05C14-E0BE-91A4-183C-69B8E6BE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C9B0-3B96-A7F1-5997-C910B6D2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2408BC58-E4AB-DFA3-A851-F0199CB2CBE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08592" y="2573337"/>
            <a:ext cx="4663440" cy="1895475"/>
          </a:xfrm>
        </p:spPr>
        <p:txBody>
          <a:bodyPr>
            <a:normAutofit/>
          </a:bodyPr>
          <a:lstStyle/>
          <a:p>
            <a:r>
              <a:rPr lang="en-US" dirty="0"/>
              <a:t>Project aims to develop a multi-tenant library management system with analytics capabilities</a:t>
            </a:r>
          </a:p>
          <a:p>
            <a:r>
              <a:rPr lang="en-US" dirty="0"/>
              <a:t>Focuses on optimizing physical book collections across multiple schools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32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FB31-814D-D51D-805E-F497F851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0401-8B39-FDFC-9FAF-88BF07B4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anchor="ctr">
            <a:normAutofit/>
          </a:bodyPr>
          <a:lstStyle/>
          <a:p>
            <a:r>
              <a:rPr lang="en-US" dirty="0"/>
              <a:t>Research 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4FC1E-0FE4-A987-1DB7-3804897ABC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79526" y="1533524"/>
            <a:ext cx="4663440" cy="189547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To develop an analytics-driven library management system enabling efficient management of physical book collections while providing analytical insights for resource optimization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3AB42-B5A3-C3BE-69C5-C1B7FB6FA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9526" y="3049525"/>
            <a:ext cx="4663440" cy="158491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100" b="1" dirty="0"/>
              <a:t>Key Tasks:</a:t>
            </a:r>
          </a:p>
          <a:p>
            <a:pPr lvl="1"/>
            <a:r>
              <a:rPr lang="en-US" sz="1100" dirty="0"/>
              <a:t>Analysis of existing library management systems</a:t>
            </a:r>
          </a:p>
          <a:p>
            <a:pPr lvl="1"/>
            <a:r>
              <a:rPr lang="en-US" sz="1100" dirty="0"/>
              <a:t>Development of resource utilization analytics algorithms</a:t>
            </a:r>
          </a:p>
          <a:p>
            <a:pPr lvl="1"/>
            <a:r>
              <a:rPr lang="en-US" sz="1100" dirty="0"/>
              <a:t>Implementation of web-based multi-tenant system</a:t>
            </a:r>
          </a:p>
          <a:p>
            <a:pPr lvl="1"/>
            <a:r>
              <a:rPr lang="en-US" sz="1100" dirty="0"/>
              <a:t>System validation through testing and user feedback</a:t>
            </a:r>
          </a:p>
        </p:txBody>
      </p:sp>
    </p:spTree>
    <p:extLst>
      <p:ext uri="{BB962C8B-B14F-4D97-AF65-F5344CB8AC3E}">
        <p14:creationId xmlns:p14="http://schemas.microsoft.com/office/powerpoint/2010/main" val="256935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FB189-A921-C449-C417-A88A1AB3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5596-A2B4-4551-84BA-85C2060B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Analysis Results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346601-E6EC-6A4F-4E40-868B08CF6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3761" y="2240079"/>
            <a:ext cx="4663440" cy="2561992"/>
          </a:xfrm>
        </p:spPr>
        <p:txBody>
          <a:bodyPr/>
          <a:lstStyle/>
          <a:p>
            <a:r>
              <a:rPr lang="en-US" dirty="0"/>
              <a:t>Evolution from manual to digital systems (1960s-present)</a:t>
            </a:r>
          </a:p>
          <a:p>
            <a:r>
              <a:rPr lang="en-US" dirty="0"/>
              <a:t>Current systems lack advanced analytics capabilities</a:t>
            </a:r>
          </a:p>
          <a:p>
            <a:r>
              <a:rPr lang="en-US" dirty="0"/>
              <a:t>Growing need for multi-tenant architectures in educational settings</a:t>
            </a:r>
          </a:p>
          <a:p>
            <a:r>
              <a:rPr lang="en-US" dirty="0"/>
              <a:t>Gap in cost-effective solutions for schools</a:t>
            </a:r>
          </a:p>
        </p:txBody>
      </p:sp>
    </p:spTree>
    <p:extLst>
      <p:ext uri="{BB962C8B-B14F-4D97-AF65-F5344CB8AC3E}">
        <p14:creationId xmlns:p14="http://schemas.microsoft.com/office/powerpoint/2010/main" val="386086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FBA1-4C84-DD13-3917-42E4687E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EF05-1FA7-5AAD-846F-BC1C08C3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Technical Development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A46A3-DA4F-F4AF-E01C-0EE065553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b="1" dirty="0"/>
              <a:t>Architecture</a:t>
            </a:r>
          </a:p>
          <a:p>
            <a:pPr lvl="1"/>
            <a:r>
              <a:rPr lang="en-US" dirty="0"/>
              <a:t>Frontend: Vue.js with TypeScript</a:t>
            </a:r>
          </a:p>
          <a:p>
            <a:pPr lvl="1"/>
            <a:r>
              <a:rPr lang="en-US" dirty="0"/>
              <a:t>Backend: Node.js with Express</a:t>
            </a:r>
          </a:p>
          <a:p>
            <a:pPr lvl="1"/>
            <a:r>
              <a:rPr lang="en-US" dirty="0"/>
              <a:t>Database: PostgreSQL with multi-tenant design</a:t>
            </a:r>
          </a:p>
          <a:p>
            <a:pPr lvl="1"/>
            <a:r>
              <a:rPr lang="en-US" dirty="0"/>
              <a:t>AWS infrastructure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495C2-759D-C99F-B87A-1B497BB84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b="1" dirty="0"/>
              <a:t>Key Features</a:t>
            </a:r>
          </a:p>
          <a:p>
            <a:pPr lvl="1"/>
            <a:r>
              <a:rPr lang="en-US" dirty="0"/>
              <a:t>Role-based access (Super Admin, Librarian, Student)</a:t>
            </a:r>
          </a:p>
          <a:p>
            <a:pPr lvl="1"/>
            <a:r>
              <a:rPr lang="en-US" dirty="0"/>
              <a:t>Analytics dashboard for resource optimization</a:t>
            </a:r>
          </a:p>
          <a:p>
            <a:pPr lvl="1"/>
            <a:r>
              <a:rPr lang="en-US" dirty="0"/>
              <a:t>Multi-tenant data isolation</a:t>
            </a:r>
          </a:p>
          <a:p>
            <a:pPr lvl="1"/>
            <a:r>
              <a:rPr lang="en-US" dirty="0"/>
              <a:t>Real-time availability tracking</a:t>
            </a:r>
          </a:p>
        </p:txBody>
      </p:sp>
    </p:spTree>
    <p:extLst>
      <p:ext uri="{BB962C8B-B14F-4D97-AF65-F5344CB8AC3E}">
        <p14:creationId xmlns:p14="http://schemas.microsoft.com/office/powerpoint/2010/main" val="288566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provides enhanced efficiency through data-driven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Successful integration of analytics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Cost-effective solution for educational institutions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Framework established for future developments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B789-C781-A65C-C93A-9BD46A1C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9DD7-2F65-301D-9CAB-23CA01B8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5A5D7306-6358-B105-91A0-AD56EE92C2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32560" y="2573337"/>
            <a:ext cx="4663440" cy="1895475"/>
          </a:xfrm>
        </p:spPr>
        <p:txBody>
          <a:bodyPr>
            <a:normAutofit/>
          </a:bodyPr>
          <a:lstStyle/>
          <a:p>
            <a:r>
              <a:rPr lang="en-US" dirty="0"/>
              <a:t>Development of specialized analytics algorithms</a:t>
            </a:r>
          </a:p>
          <a:p>
            <a:r>
              <a:rPr lang="en-US" dirty="0"/>
              <a:t>Creation of role-specific interfaces</a:t>
            </a:r>
          </a:p>
          <a:p>
            <a:r>
              <a:rPr lang="en-US" dirty="0"/>
              <a:t>Integration of security measures</a:t>
            </a:r>
          </a:p>
          <a:p>
            <a:r>
              <a:rPr lang="en-US" dirty="0"/>
              <a:t>Implementation of automated testing pipeline</a:t>
            </a:r>
          </a:p>
        </p:txBody>
      </p:sp>
    </p:spTree>
    <p:extLst>
      <p:ext uri="{BB962C8B-B14F-4D97-AF65-F5344CB8AC3E}">
        <p14:creationId xmlns:p14="http://schemas.microsoft.com/office/powerpoint/2010/main" val="95856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r>
              <a:rPr lang="en-US" dirty="0"/>
              <a:t>Adil Arslan Itvfu-21 (20213280)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356c94ee-0756-48df-993b-7743ba2c8bcb" xsi:nil="true"/>
    <_activity xmlns="356c94ee-0756-48df-993b-7743ba2c8b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B3565A1FDDDF24469DE3F709BE0BDDC0" ma:contentTypeVersion="10" ma:contentTypeDescription="Kurkite naują dokumentą." ma:contentTypeScope="" ma:versionID="810fb15b59e1fd69a7f3840dc1daa31e">
  <xsd:schema xmlns:xsd="http://www.w3.org/2001/XMLSchema" xmlns:xs="http://www.w3.org/2001/XMLSchema" xmlns:p="http://schemas.microsoft.com/office/2006/metadata/properties" xmlns:ns3="356c94ee-0756-48df-993b-7743ba2c8bcb" xmlns:ns4="374a2f07-0db3-4ff5-bbac-abac9cec6e2e" targetNamespace="http://schemas.microsoft.com/office/2006/metadata/properties" ma:root="true" ma:fieldsID="645287d11dd804925f6b23c74f2f1b81" ns3:_="" ns4:_="">
    <xsd:import namespace="356c94ee-0756-48df-993b-7743ba2c8bcb"/>
    <xsd:import namespace="374a2f07-0db3-4ff5-bbac-abac9cec6e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c94ee-0756-48df-993b-7743ba2c8b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a2f07-0db3-4ff5-bbac-abac9cec6e2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Bendrinama s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Bendrinta su išsamia informacija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Bendrinimo užuominos maiš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374a2f07-0db3-4ff5-bbac-abac9cec6e2e"/>
    <ds:schemaRef ds:uri="356c94ee-0756-48df-993b-7743ba2c8bcb"/>
    <ds:schemaRef ds:uri="http://purl.org/dc/terms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EE5A87-D763-4CFB-A22D-38C4C89EF7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6c94ee-0756-48df-993b-7743ba2c8bcb"/>
    <ds:schemaRef ds:uri="374a2f07-0db3-4ff5-bbac-abac9cec6e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{88A87C9E-A9B7-46D4-95F7-628763C6B75E}tf89338750_win32</Template>
  <TotalTime>37</TotalTime>
  <Words>217</Words>
  <Application>Microsoft Office PowerPoint</Application>
  <PresentationFormat>Widescreen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Univers</vt:lpstr>
      <vt:lpstr>GradientVTI</vt:lpstr>
      <vt:lpstr>Analytics-Driven LMS for Educational Institutions</vt:lpstr>
      <vt:lpstr>Project Overview</vt:lpstr>
      <vt:lpstr>Research objective</vt:lpstr>
      <vt:lpstr>Literature Analysis Results</vt:lpstr>
      <vt:lpstr>Technical Development</vt:lpstr>
      <vt:lpstr>Conclusion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Arslan</dc:creator>
  <cp:lastModifiedBy>Adil Arslan</cp:lastModifiedBy>
  <cp:revision>2</cp:revision>
  <dcterms:created xsi:type="dcterms:W3CDTF">2024-12-26T17:14:37Z</dcterms:created>
  <dcterms:modified xsi:type="dcterms:W3CDTF">2024-12-26T17:51:54Z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0x010100B3565A1FDDDF24469DE3F709BE0BDDC0</vt:lpwstr>
  </property>
</Properties>
</file>