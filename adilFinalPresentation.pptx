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2" autoAdjust="0"/>
    <p:restoredTop sz="94660"/>
  </p:normalViewPr>
  <p:slideViewPr>
    <p:cSldViewPr snapToGrid="0">
      <p:cViewPr>
        <p:scale>
          <a:sx n="100" d="100"/>
          <a:sy n="100" d="100"/>
        </p:scale>
        <p:origin x="23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9A68BD-0908-4458-91C2-1BE3E2E47A8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B58B125-BF03-4327-923B-9A102318028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Traditional library management can be inefficient, lacking integration and data insights.</a:t>
          </a:r>
          <a:endParaRPr lang="en-US"/>
        </a:p>
      </dgm:t>
    </dgm:pt>
    <dgm:pt modelId="{8979A245-250F-46D3-AF0D-0EF6ED8526AF}" type="parTrans" cxnId="{3AB2D3C7-92CD-4B76-91B7-F2060CF081CF}">
      <dgm:prSet/>
      <dgm:spPr/>
      <dgm:t>
        <a:bodyPr/>
        <a:lstStyle/>
        <a:p>
          <a:endParaRPr lang="en-US"/>
        </a:p>
      </dgm:t>
    </dgm:pt>
    <dgm:pt modelId="{7B93B364-CD49-42F0-8D11-4E3FD5954AD3}" type="sibTrans" cxnId="{3AB2D3C7-92CD-4B76-91B7-F2060CF081CF}">
      <dgm:prSet/>
      <dgm:spPr/>
      <dgm:t>
        <a:bodyPr/>
        <a:lstStyle/>
        <a:p>
          <a:endParaRPr lang="en-US"/>
        </a:p>
      </dgm:t>
    </dgm:pt>
    <dgm:pt modelId="{22626810-47C6-4F90-B42C-A1136884678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This project addresses the need for a modern, web-based Library Management System (LMS) supporting multiple schools.</a:t>
          </a:r>
          <a:endParaRPr lang="en-US"/>
        </a:p>
      </dgm:t>
    </dgm:pt>
    <dgm:pt modelId="{739916F9-373C-44A0-BE03-B1C0A1AD19E1}" type="parTrans" cxnId="{F5C841E3-FC3E-4445-A1A7-5FE69F2FD07B}">
      <dgm:prSet/>
      <dgm:spPr/>
      <dgm:t>
        <a:bodyPr/>
        <a:lstStyle/>
        <a:p>
          <a:endParaRPr lang="en-US"/>
        </a:p>
      </dgm:t>
    </dgm:pt>
    <dgm:pt modelId="{70193234-5F06-4DC6-9C4C-7CD538094E76}" type="sibTrans" cxnId="{F5C841E3-FC3E-4445-A1A7-5FE69F2FD07B}">
      <dgm:prSet/>
      <dgm:spPr/>
      <dgm:t>
        <a:bodyPr/>
        <a:lstStyle/>
        <a:p>
          <a:endParaRPr lang="en-US"/>
        </a:p>
      </dgm:t>
    </dgm:pt>
    <dgm:pt modelId="{24D48961-37DB-4723-9841-51A873D159CB}" type="pres">
      <dgm:prSet presAssocID="{C99A68BD-0908-4458-91C2-1BE3E2E47A87}" presName="root" presStyleCnt="0">
        <dgm:presLayoutVars>
          <dgm:dir/>
          <dgm:resizeHandles val="exact"/>
        </dgm:presLayoutVars>
      </dgm:prSet>
      <dgm:spPr/>
    </dgm:pt>
    <dgm:pt modelId="{56C361B0-58CA-4BDF-A8FF-4A5AFD7C8F7A}" type="pres">
      <dgm:prSet presAssocID="{AB58B125-BF03-4327-923B-9A1023180288}" presName="compNode" presStyleCnt="0"/>
      <dgm:spPr/>
    </dgm:pt>
    <dgm:pt modelId="{95A90C44-85AC-4E80-852A-F00AFB10A93B}" type="pres">
      <dgm:prSet presAssocID="{AB58B125-BF03-4327-923B-9A1023180288}" presName="iconBgRect" presStyleLbl="bgShp" presStyleIdx="0" presStyleCnt="2"/>
      <dgm:spPr/>
    </dgm:pt>
    <dgm:pt modelId="{9B6B4F7A-09DD-46CC-BD56-C34A9E3D91FF}" type="pres">
      <dgm:prSet presAssocID="{AB58B125-BF03-4327-923B-9A102318028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3B22EA15-4555-4958-AB20-750611FC8AED}" type="pres">
      <dgm:prSet presAssocID="{AB58B125-BF03-4327-923B-9A1023180288}" presName="spaceRect" presStyleCnt="0"/>
      <dgm:spPr/>
    </dgm:pt>
    <dgm:pt modelId="{CC5B6CEE-DFDA-40D7-B9D2-FE64479B9809}" type="pres">
      <dgm:prSet presAssocID="{AB58B125-BF03-4327-923B-9A1023180288}" presName="textRect" presStyleLbl="revTx" presStyleIdx="0" presStyleCnt="2">
        <dgm:presLayoutVars>
          <dgm:chMax val="1"/>
          <dgm:chPref val="1"/>
        </dgm:presLayoutVars>
      </dgm:prSet>
      <dgm:spPr/>
    </dgm:pt>
    <dgm:pt modelId="{0F2135C6-0405-4F98-99D9-584CE5AC36A6}" type="pres">
      <dgm:prSet presAssocID="{7B93B364-CD49-42F0-8D11-4E3FD5954AD3}" presName="sibTrans" presStyleCnt="0"/>
      <dgm:spPr/>
    </dgm:pt>
    <dgm:pt modelId="{0B83FB49-3A27-400A-BA52-28904C95CF15}" type="pres">
      <dgm:prSet presAssocID="{22626810-47C6-4F90-B42C-A1136884678B}" presName="compNode" presStyleCnt="0"/>
      <dgm:spPr/>
    </dgm:pt>
    <dgm:pt modelId="{AA77E9C0-A7F4-4FA8-9876-BAF5B128869F}" type="pres">
      <dgm:prSet presAssocID="{22626810-47C6-4F90-B42C-A1136884678B}" presName="iconBgRect" presStyleLbl="bgShp" presStyleIdx="1" presStyleCnt="2"/>
      <dgm:spPr/>
    </dgm:pt>
    <dgm:pt modelId="{78293199-4A15-49E6-B297-953650B8DA21}" type="pres">
      <dgm:prSet presAssocID="{22626810-47C6-4F90-B42C-A1136884678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BB94D0F8-85AB-45D6-A37A-91F32615C21C}" type="pres">
      <dgm:prSet presAssocID="{22626810-47C6-4F90-B42C-A1136884678B}" presName="spaceRect" presStyleCnt="0"/>
      <dgm:spPr/>
    </dgm:pt>
    <dgm:pt modelId="{5BDD9D06-2EF4-44F0-BB1A-B5C1C4B90B45}" type="pres">
      <dgm:prSet presAssocID="{22626810-47C6-4F90-B42C-A1136884678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7722724-20F5-49B8-A43C-D5E7451A744D}" type="presOf" srcId="{C99A68BD-0908-4458-91C2-1BE3E2E47A87}" destId="{24D48961-37DB-4723-9841-51A873D159CB}" srcOrd="0" destOrd="0" presId="urn:microsoft.com/office/officeart/2018/5/layout/IconCircleLabelList"/>
    <dgm:cxn modelId="{728F10B2-30EC-44C7-A223-D9526957FD42}" type="presOf" srcId="{AB58B125-BF03-4327-923B-9A1023180288}" destId="{CC5B6CEE-DFDA-40D7-B9D2-FE64479B9809}" srcOrd="0" destOrd="0" presId="urn:microsoft.com/office/officeart/2018/5/layout/IconCircleLabelList"/>
    <dgm:cxn modelId="{3AB2D3C7-92CD-4B76-91B7-F2060CF081CF}" srcId="{C99A68BD-0908-4458-91C2-1BE3E2E47A87}" destId="{AB58B125-BF03-4327-923B-9A1023180288}" srcOrd="0" destOrd="0" parTransId="{8979A245-250F-46D3-AF0D-0EF6ED8526AF}" sibTransId="{7B93B364-CD49-42F0-8D11-4E3FD5954AD3}"/>
    <dgm:cxn modelId="{F5C841E3-FC3E-4445-A1A7-5FE69F2FD07B}" srcId="{C99A68BD-0908-4458-91C2-1BE3E2E47A87}" destId="{22626810-47C6-4F90-B42C-A1136884678B}" srcOrd="1" destOrd="0" parTransId="{739916F9-373C-44A0-BE03-B1C0A1AD19E1}" sibTransId="{70193234-5F06-4DC6-9C4C-7CD538094E76}"/>
    <dgm:cxn modelId="{F69491FE-AAB2-4B51-AC1E-722E34E89B24}" type="presOf" srcId="{22626810-47C6-4F90-B42C-A1136884678B}" destId="{5BDD9D06-2EF4-44F0-BB1A-B5C1C4B90B45}" srcOrd="0" destOrd="0" presId="urn:microsoft.com/office/officeart/2018/5/layout/IconCircleLabelList"/>
    <dgm:cxn modelId="{6E6A11E7-56A3-44CA-AD1E-356D4A18AF5E}" type="presParOf" srcId="{24D48961-37DB-4723-9841-51A873D159CB}" destId="{56C361B0-58CA-4BDF-A8FF-4A5AFD7C8F7A}" srcOrd="0" destOrd="0" presId="urn:microsoft.com/office/officeart/2018/5/layout/IconCircleLabelList"/>
    <dgm:cxn modelId="{0A4DA4B2-121A-4C90-BE9B-57C72E07AE5B}" type="presParOf" srcId="{56C361B0-58CA-4BDF-A8FF-4A5AFD7C8F7A}" destId="{95A90C44-85AC-4E80-852A-F00AFB10A93B}" srcOrd="0" destOrd="0" presId="urn:microsoft.com/office/officeart/2018/5/layout/IconCircleLabelList"/>
    <dgm:cxn modelId="{B2C8CD0D-3466-4A15-89A3-2B6D58DAB462}" type="presParOf" srcId="{56C361B0-58CA-4BDF-A8FF-4A5AFD7C8F7A}" destId="{9B6B4F7A-09DD-46CC-BD56-C34A9E3D91FF}" srcOrd="1" destOrd="0" presId="urn:microsoft.com/office/officeart/2018/5/layout/IconCircleLabelList"/>
    <dgm:cxn modelId="{76EECA38-FEB3-4646-9DCC-C2D37E9030AB}" type="presParOf" srcId="{56C361B0-58CA-4BDF-A8FF-4A5AFD7C8F7A}" destId="{3B22EA15-4555-4958-AB20-750611FC8AED}" srcOrd="2" destOrd="0" presId="urn:microsoft.com/office/officeart/2018/5/layout/IconCircleLabelList"/>
    <dgm:cxn modelId="{FD2EB505-DFBF-4C1B-A9BB-2DA6FB0E8F18}" type="presParOf" srcId="{56C361B0-58CA-4BDF-A8FF-4A5AFD7C8F7A}" destId="{CC5B6CEE-DFDA-40D7-B9D2-FE64479B9809}" srcOrd="3" destOrd="0" presId="urn:microsoft.com/office/officeart/2018/5/layout/IconCircleLabelList"/>
    <dgm:cxn modelId="{95EEDCE3-FA98-480F-8E40-A5C38C220F95}" type="presParOf" srcId="{24D48961-37DB-4723-9841-51A873D159CB}" destId="{0F2135C6-0405-4F98-99D9-584CE5AC36A6}" srcOrd="1" destOrd="0" presId="urn:microsoft.com/office/officeart/2018/5/layout/IconCircleLabelList"/>
    <dgm:cxn modelId="{A01041DA-DCD2-4754-BDD6-8B47B6FE903F}" type="presParOf" srcId="{24D48961-37DB-4723-9841-51A873D159CB}" destId="{0B83FB49-3A27-400A-BA52-28904C95CF15}" srcOrd="2" destOrd="0" presId="urn:microsoft.com/office/officeart/2018/5/layout/IconCircleLabelList"/>
    <dgm:cxn modelId="{373C3593-5655-4283-BE4F-B449609D4292}" type="presParOf" srcId="{0B83FB49-3A27-400A-BA52-28904C95CF15}" destId="{AA77E9C0-A7F4-4FA8-9876-BAF5B128869F}" srcOrd="0" destOrd="0" presId="urn:microsoft.com/office/officeart/2018/5/layout/IconCircleLabelList"/>
    <dgm:cxn modelId="{21224986-25C0-44C6-862F-6F25CFFE49D8}" type="presParOf" srcId="{0B83FB49-3A27-400A-BA52-28904C95CF15}" destId="{78293199-4A15-49E6-B297-953650B8DA21}" srcOrd="1" destOrd="0" presId="urn:microsoft.com/office/officeart/2018/5/layout/IconCircleLabelList"/>
    <dgm:cxn modelId="{6FAA8856-437D-4E17-A254-4AAD9D1A1923}" type="presParOf" srcId="{0B83FB49-3A27-400A-BA52-28904C95CF15}" destId="{BB94D0F8-85AB-45D6-A37A-91F32615C21C}" srcOrd="2" destOrd="0" presId="urn:microsoft.com/office/officeart/2018/5/layout/IconCircleLabelList"/>
    <dgm:cxn modelId="{E11803D1-8112-43AA-B2EF-1C25A712447B}" type="presParOf" srcId="{0B83FB49-3A27-400A-BA52-28904C95CF15}" destId="{5BDD9D06-2EF4-44F0-BB1A-B5C1C4B90B4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725454-893C-4EEB-AA04-E028F1D4857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AC684E3-F54F-4EDC-9CD4-156682DD6FA6}">
      <dgm:prSet/>
      <dgm:spPr/>
      <dgm:t>
        <a:bodyPr/>
        <a:lstStyle/>
        <a:p>
          <a:r>
            <a:rPr lang="en-US" b="0" i="0" baseline="0"/>
            <a:t>Implement core library functions: Book Cataloging (Manual/ISBN), User Management (Roles: Student, Librarian, Admin), School Management.</a:t>
          </a:r>
          <a:endParaRPr lang="en-US"/>
        </a:p>
      </dgm:t>
    </dgm:pt>
    <dgm:pt modelId="{380CB3FF-3367-4850-A2D5-B79635675F40}" type="parTrans" cxnId="{A120E396-F46F-49DF-A245-F32CA399CB3F}">
      <dgm:prSet/>
      <dgm:spPr/>
      <dgm:t>
        <a:bodyPr/>
        <a:lstStyle/>
        <a:p>
          <a:endParaRPr lang="en-US"/>
        </a:p>
      </dgm:t>
    </dgm:pt>
    <dgm:pt modelId="{0711EAD0-4103-4394-98C1-E1F7D54763B3}" type="sibTrans" cxnId="{A120E396-F46F-49DF-A245-F32CA399CB3F}">
      <dgm:prSet/>
      <dgm:spPr/>
      <dgm:t>
        <a:bodyPr/>
        <a:lstStyle/>
        <a:p>
          <a:endParaRPr lang="en-US"/>
        </a:p>
      </dgm:t>
    </dgm:pt>
    <dgm:pt modelId="{DABD24B2-31B5-4139-8B75-23430D30B948}">
      <dgm:prSet/>
      <dgm:spPr/>
      <dgm:t>
        <a:bodyPr/>
        <a:lstStyle/>
        <a:p>
          <a:r>
            <a:rPr lang="en-US" b="0" i="0" baseline="0"/>
            <a:t>Develop a robust circulation system: Loans, Reservations, and an automated Waitlist-to-Reservation flow.</a:t>
          </a:r>
          <a:endParaRPr lang="en-US"/>
        </a:p>
      </dgm:t>
    </dgm:pt>
    <dgm:pt modelId="{D99F1435-0B66-44F8-90E1-9EAE48C75307}" type="parTrans" cxnId="{6D5F59CA-1DE7-4698-AFF5-092F742B4402}">
      <dgm:prSet/>
      <dgm:spPr/>
      <dgm:t>
        <a:bodyPr/>
        <a:lstStyle/>
        <a:p>
          <a:endParaRPr lang="en-US"/>
        </a:p>
      </dgm:t>
    </dgm:pt>
    <dgm:pt modelId="{E08A6F09-2792-4A38-977C-FF8321830A31}" type="sibTrans" cxnId="{6D5F59CA-1DE7-4698-AFF5-092F742B4402}">
      <dgm:prSet/>
      <dgm:spPr/>
      <dgm:t>
        <a:bodyPr/>
        <a:lstStyle/>
        <a:p>
          <a:endParaRPr lang="en-US"/>
        </a:p>
      </dgm:t>
    </dgm:pt>
    <dgm:pt modelId="{26429B22-BF76-4E8E-A8F3-A0D95479645B}">
      <dgm:prSet/>
      <dgm:spPr/>
      <dgm:t>
        <a:bodyPr/>
        <a:lstStyle/>
        <a:p>
          <a:r>
            <a:rPr lang="en-US" b="0" i="0" baseline="0"/>
            <a:t>Integrate an Analytics Dashboard providing insights into book popularity, demand, genre performance, and user activity.</a:t>
          </a:r>
          <a:endParaRPr lang="en-US"/>
        </a:p>
      </dgm:t>
    </dgm:pt>
    <dgm:pt modelId="{2684B79C-473F-404B-BA89-FA3AE5A13374}" type="parTrans" cxnId="{0D63CDF1-2F2B-4506-BB94-0D0040A37F1F}">
      <dgm:prSet/>
      <dgm:spPr/>
      <dgm:t>
        <a:bodyPr/>
        <a:lstStyle/>
        <a:p>
          <a:endParaRPr lang="en-US"/>
        </a:p>
      </dgm:t>
    </dgm:pt>
    <dgm:pt modelId="{BA27DF46-CE6B-4A85-B3DD-C8AFE90B0114}" type="sibTrans" cxnId="{0D63CDF1-2F2B-4506-BB94-0D0040A37F1F}">
      <dgm:prSet/>
      <dgm:spPr/>
      <dgm:t>
        <a:bodyPr/>
        <a:lstStyle/>
        <a:p>
          <a:endParaRPr lang="en-US"/>
        </a:p>
      </dgm:t>
    </dgm:pt>
    <dgm:pt modelId="{21F9D9D7-6589-446D-8088-C36CE26C541C}">
      <dgm:prSet/>
      <dgm:spPr/>
      <dgm:t>
        <a:bodyPr/>
        <a:lstStyle/>
        <a:p>
          <a:r>
            <a:rPr lang="en-US" b="0" i="0" baseline="0" dirty="0"/>
            <a:t>Utilize a modern tech stack (Vue.js, Node.js, tRPC, PostgreSQL, TypeORM) for type-safety and developer experience.</a:t>
          </a:r>
          <a:endParaRPr lang="en-US" dirty="0"/>
        </a:p>
      </dgm:t>
    </dgm:pt>
    <dgm:pt modelId="{EC311AE3-E156-45FA-9CD9-DC0FD0B00AF1}" type="parTrans" cxnId="{0BFDB801-5F88-4A84-ACFF-A55F7B04EF11}">
      <dgm:prSet/>
      <dgm:spPr/>
      <dgm:t>
        <a:bodyPr/>
        <a:lstStyle/>
        <a:p>
          <a:endParaRPr lang="en-US"/>
        </a:p>
      </dgm:t>
    </dgm:pt>
    <dgm:pt modelId="{59E4A79C-4BF9-4893-BC7B-4CFF425D1F44}" type="sibTrans" cxnId="{0BFDB801-5F88-4A84-ACFF-A55F7B04EF11}">
      <dgm:prSet/>
      <dgm:spPr/>
      <dgm:t>
        <a:bodyPr/>
        <a:lstStyle/>
        <a:p>
          <a:endParaRPr lang="en-US"/>
        </a:p>
      </dgm:t>
    </dgm:pt>
    <dgm:pt modelId="{B0FB7981-DA92-4EDB-942E-35F16F8D51D4}" type="pres">
      <dgm:prSet presAssocID="{6D725454-893C-4EEB-AA04-E028F1D48577}" presName="root" presStyleCnt="0">
        <dgm:presLayoutVars>
          <dgm:dir/>
          <dgm:resizeHandles val="exact"/>
        </dgm:presLayoutVars>
      </dgm:prSet>
      <dgm:spPr/>
    </dgm:pt>
    <dgm:pt modelId="{5DE634BF-209F-463F-B890-3D8213D7B8D8}" type="pres">
      <dgm:prSet presAssocID="{6AC684E3-F54F-4EDC-9CD4-156682DD6FA6}" presName="compNode" presStyleCnt="0"/>
      <dgm:spPr/>
    </dgm:pt>
    <dgm:pt modelId="{7E75A3D4-EB6F-4AD9-B7DD-5CD96E59F4AD}" type="pres">
      <dgm:prSet presAssocID="{6AC684E3-F54F-4EDC-9CD4-156682DD6FA6}" presName="bgRect" presStyleLbl="bgShp" presStyleIdx="0" presStyleCnt="4"/>
      <dgm:spPr/>
    </dgm:pt>
    <dgm:pt modelId="{D5202BF4-F204-4411-9B93-D91C4804B707}" type="pres">
      <dgm:prSet presAssocID="{6AC684E3-F54F-4EDC-9CD4-156682DD6FA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170A90E2-17D7-435C-9A16-471BC652EE1E}" type="pres">
      <dgm:prSet presAssocID="{6AC684E3-F54F-4EDC-9CD4-156682DD6FA6}" presName="spaceRect" presStyleCnt="0"/>
      <dgm:spPr/>
    </dgm:pt>
    <dgm:pt modelId="{A194DD73-2433-4FD8-8840-32FDCA593ECE}" type="pres">
      <dgm:prSet presAssocID="{6AC684E3-F54F-4EDC-9CD4-156682DD6FA6}" presName="parTx" presStyleLbl="revTx" presStyleIdx="0" presStyleCnt="4">
        <dgm:presLayoutVars>
          <dgm:chMax val="0"/>
          <dgm:chPref val="0"/>
        </dgm:presLayoutVars>
      </dgm:prSet>
      <dgm:spPr/>
    </dgm:pt>
    <dgm:pt modelId="{3915049E-C2DF-46C0-98D7-0EC378462D21}" type="pres">
      <dgm:prSet presAssocID="{0711EAD0-4103-4394-98C1-E1F7D54763B3}" presName="sibTrans" presStyleCnt="0"/>
      <dgm:spPr/>
    </dgm:pt>
    <dgm:pt modelId="{1299DA01-04BD-4EC5-ACEE-7669C76D4B2F}" type="pres">
      <dgm:prSet presAssocID="{DABD24B2-31B5-4139-8B75-23430D30B948}" presName="compNode" presStyleCnt="0"/>
      <dgm:spPr/>
    </dgm:pt>
    <dgm:pt modelId="{0B9DA712-C296-49E1-BEFF-2EEF19A11F6F}" type="pres">
      <dgm:prSet presAssocID="{DABD24B2-31B5-4139-8B75-23430D30B948}" presName="bgRect" presStyleLbl="bgShp" presStyleIdx="1" presStyleCnt="4"/>
      <dgm:spPr/>
    </dgm:pt>
    <dgm:pt modelId="{0CAB8F82-6C35-43EF-B234-09CD7A78ECB3}" type="pres">
      <dgm:prSet presAssocID="{DABD24B2-31B5-4139-8B75-23430D30B94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11B65D47-4B55-48D6-8952-F6F2CC0D9059}" type="pres">
      <dgm:prSet presAssocID="{DABD24B2-31B5-4139-8B75-23430D30B948}" presName="spaceRect" presStyleCnt="0"/>
      <dgm:spPr/>
    </dgm:pt>
    <dgm:pt modelId="{C83DA5BB-DF7E-4347-8AC0-0FE6A1BDEB28}" type="pres">
      <dgm:prSet presAssocID="{DABD24B2-31B5-4139-8B75-23430D30B948}" presName="parTx" presStyleLbl="revTx" presStyleIdx="1" presStyleCnt="4">
        <dgm:presLayoutVars>
          <dgm:chMax val="0"/>
          <dgm:chPref val="0"/>
        </dgm:presLayoutVars>
      </dgm:prSet>
      <dgm:spPr/>
    </dgm:pt>
    <dgm:pt modelId="{7BA7C7F2-815E-4F7C-ACBD-752F63D23919}" type="pres">
      <dgm:prSet presAssocID="{E08A6F09-2792-4A38-977C-FF8321830A31}" presName="sibTrans" presStyleCnt="0"/>
      <dgm:spPr/>
    </dgm:pt>
    <dgm:pt modelId="{FD0A7530-1B25-44AA-8466-92C274FF19A8}" type="pres">
      <dgm:prSet presAssocID="{26429B22-BF76-4E8E-A8F3-A0D95479645B}" presName="compNode" presStyleCnt="0"/>
      <dgm:spPr/>
    </dgm:pt>
    <dgm:pt modelId="{9B47C1F1-A1E4-43FE-8884-7AFBAAF55708}" type="pres">
      <dgm:prSet presAssocID="{26429B22-BF76-4E8E-A8F3-A0D95479645B}" presName="bgRect" presStyleLbl="bgShp" presStyleIdx="2" presStyleCnt="4"/>
      <dgm:spPr/>
    </dgm:pt>
    <dgm:pt modelId="{0340E14F-DDBD-4B57-9B02-E4F866F73848}" type="pres">
      <dgm:prSet presAssocID="{26429B22-BF76-4E8E-A8F3-A0D95479645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06C74F45-4E62-4902-8367-440D6962720B}" type="pres">
      <dgm:prSet presAssocID="{26429B22-BF76-4E8E-A8F3-A0D95479645B}" presName="spaceRect" presStyleCnt="0"/>
      <dgm:spPr/>
    </dgm:pt>
    <dgm:pt modelId="{3831645F-249B-49BC-86A2-0DE828283E51}" type="pres">
      <dgm:prSet presAssocID="{26429B22-BF76-4E8E-A8F3-A0D95479645B}" presName="parTx" presStyleLbl="revTx" presStyleIdx="2" presStyleCnt="4">
        <dgm:presLayoutVars>
          <dgm:chMax val="0"/>
          <dgm:chPref val="0"/>
        </dgm:presLayoutVars>
      </dgm:prSet>
      <dgm:spPr/>
    </dgm:pt>
    <dgm:pt modelId="{EC14813E-E61E-4676-B74A-095FA5DDA141}" type="pres">
      <dgm:prSet presAssocID="{BA27DF46-CE6B-4A85-B3DD-C8AFE90B0114}" presName="sibTrans" presStyleCnt="0"/>
      <dgm:spPr/>
    </dgm:pt>
    <dgm:pt modelId="{5ECE2A2A-0F95-4725-A88A-E4145C4B22BA}" type="pres">
      <dgm:prSet presAssocID="{21F9D9D7-6589-446D-8088-C36CE26C541C}" presName="compNode" presStyleCnt="0"/>
      <dgm:spPr/>
    </dgm:pt>
    <dgm:pt modelId="{CC4C2B96-A7FA-48E5-B4C8-2AC1A5E3DE2A}" type="pres">
      <dgm:prSet presAssocID="{21F9D9D7-6589-446D-8088-C36CE26C541C}" presName="bgRect" presStyleLbl="bgShp" presStyleIdx="3" presStyleCnt="4"/>
      <dgm:spPr/>
    </dgm:pt>
    <dgm:pt modelId="{3A5F9FE0-0947-414E-9E2B-146740BD6BC4}" type="pres">
      <dgm:prSet presAssocID="{21F9D9D7-6589-446D-8088-C36CE26C541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mmable"/>
        </a:ext>
      </dgm:extLst>
    </dgm:pt>
    <dgm:pt modelId="{AD42A5CB-C4A3-4909-B1A5-D392575C025C}" type="pres">
      <dgm:prSet presAssocID="{21F9D9D7-6589-446D-8088-C36CE26C541C}" presName="spaceRect" presStyleCnt="0"/>
      <dgm:spPr/>
    </dgm:pt>
    <dgm:pt modelId="{2D915EAB-1654-4EC5-B5B8-4B0679DFA083}" type="pres">
      <dgm:prSet presAssocID="{21F9D9D7-6589-446D-8088-C36CE26C541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BFDB801-5F88-4A84-ACFF-A55F7B04EF11}" srcId="{6D725454-893C-4EEB-AA04-E028F1D48577}" destId="{21F9D9D7-6589-446D-8088-C36CE26C541C}" srcOrd="3" destOrd="0" parTransId="{EC311AE3-E156-45FA-9CD9-DC0FD0B00AF1}" sibTransId="{59E4A79C-4BF9-4893-BC7B-4CFF425D1F44}"/>
    <dgm:cxn modelId="{DD861E5A-3821-4199-8BA1-3FF63B14CFC7}" type="presOf" srcId="{6D725454-893C-4EEB-AA04-E028F1D48577}" destId="{B0FB7981-DA92-4EDB-942E-35F16F8D51D4}" srcOrd="0" destOrd="0" presId="urn:microsoft.com/office/officeart/2018/2/layout/IconVerticalSolidList"/>
    <dgm:cxn modelId="{E622868F-92B8-491A-8FEE-800CF77FE112}" type="presOf" srcId="{6AC684E3-F54F-4EDC-9CD4-156682DD6FA6}" destId="{A194DD73-2433-4FD8-8840-32FDCA593ECE}" srcOrd="0" destOrd="0" presId="urn:microsoft.com/office/officeart/2018/2/layout/IconVerticalSolidList"/>
    <dgm:cxn modelId="{A120E396-F46F-49DF-A245-F32CA399CB3F}" srcId="{6D725454-893C-4EEB-AA04-E028F1D48577}" destId="{6AC684E3-F54F-4EDC-9CD4-156682DD6FA6}" srcOrd="0" destOrd="0" parTransId="{380CB3FF-3367-4850-A2D5-B79635675F40}" sibTransId="{0711EAD0-4103-4394-98C1-E1F7D54763B3}"/>
    <dgm:cxn modelId="{6D5F59CA-1DE7-4698-AFF5-092F742B4402}" srcId="{6D725454-893C-4EEB-AA04-E028F1D48577}" destId="{DABD24B2-31B5-4139-8B75-23430D30B948}" srcOrd="1" destOrd="0" parTransId="{D99F1435-0B66-44F8-90E1-9EAE48C75307}" sibTransId="{E08A6F09-2792-4A38-977C-FF8321830A31}"/>
    <dgm:cxn modelId="{034353D2-DF89-45A1-BFF0-3A8EE870C960}" type="presOf" srcId="{26429B22-BF76-4E8E-A8F3-A0D95479645B}" destId="{3831645F-249B-49BC-86A2-0DE828283E51}" srcOrd="0" destOrd="0" presId="urn:microsoft.com/office/officeart/2018/2/layout/IconVerticalSolidList"/>
    <dgm:cxn modelId="{0D63CDF1-2F2B-4506-BB94-0D0040A37F1F}" srcId="{6D725454-893C-4EEB-AA04-E028F1D48577}" destId="{26429B22-BF76-4E8E-A8F3-A0D95479645B}" srcOrd="2" destOrd="0" parTransId="{2684B79C-473F-404B-BA89-FA3AE5A13374}" sibTransId="{BA27DF46-CE6B-4A85-B3DD-C8AFE90B0114}"/>
    <dgm:cxn modelId="{22E6BCF3-7E8A-44AA-8EDE-E6E03159CD0B}" type="presOf" srcId="{DABD24B2-31B5-4139-8B75-23430D30B948}" destId="{C83DA5BB-DF7E-4347-8AC0-0FE6A1BDEB28}" srcOrd="0" destOrd="0" presId="urn:microsoft.com/office/officeart/2018/2/layout/IconVerticalSolidList"/>
    <dgm:cxn modelId="{85646FF7-ABCB-4A15-8EAC-681A21C1142F}" type="presOf" srcId="{21F9D9D7-6589-446D-8088-C36CE26C541C}" destId="{2D915EAB-1654-4EC5-B5B8-4B0679DFA083}" srcOrd="0" destOrd="0" presId="urn:microsoft.com/office/officeart/2018/2/layout/IconVerticalSolidList"/>
    <dgm:cxn modelId="{0106DE03-C067-4AC5-A726-C911FA0670E9}" type="presParOf" srcId="{B0FB7981-DA92-4EDB-942E-35F16F8D51D4}" destId="{5DE634BF-209F-463F-B890-3D8213D7B8D8}" srcOrd="0" destOrd="0" presId="urn:microsoft.com/office/officeart/2018/2/layout/IconVerticalSolidList"/>
    <dgm:cxn modelId="{B9213CAA-A1D7-4254-B02C-CE49DCD985CF}" type="presParOf" srcId="{5DE634BF-209F-463F-B890-3D8213D7B8D8}" destId="{7E75A3D4-EB6F-4AD9-B7DD-5CD96E59F4AD}" srcOrd="0" destOrd="0" presId="urn:microsoft.com/office/officeart/2018/2/layout/IconVerticalSolidList"/>
    <dgm:cxn modelId="{90829283-BEF8-4DA4-8362-2951F85EA1A7}" type="presParOf" srcId="{5DE634BF-209F-463F-B890-3D8213D7B8D8}" destId="{D5202BF4-F204-4411-9B93-D91C4804B707}" srcOrd="1" destOrd="0" presId="urn:microsoft.com/office/officeart/2018/2/layout/IconVerticalSolidList"/>
    <dgm:cxn modelId="{EF107E8D-1544-4B4F-8980-15126D122463}" type="presParOf" srcId="{5DE634BF-209F-463F-B890-3D8213D7B8D8}" destId="{170A90E2-17D7-435C-9A16-471BC652EE1E}" srcOrd="2" destOrd="0" presId="urn:microsoft.com/office/officeart/2018/2/layout/IconVerticalSolidList"/>
    <dgm:cxn modelId="{5A966EA7-2E08-4F13-9FC5-D6790154E078}" type="presParOf" srcId="{5DE634BF-209F-463F-B890-3D8213D7B8D8}" destId="{A194DD73-2433-4FD8-8840-32FDCA593ECE}" srcOrd="3" destOrd="0" presId="urn:microsoft.com/office/officeart/2018/2/layout/IconVerticalSolidList"/>
    <dgm:cxn modelId="{97FCE8FD-8211-4ADF-B331-8F133A80B8ED}" type="presParOf" srcId="{B0FB7981-DA92-4EDB-942E-35F16F8D51D4}" destId="{3915049E-C2DF-46C0-98D7-0EC378462D21}" srcOrd="1" destOrd="0" presId="urn:microsoft.com/office/officeart/2018/2/layout/IconVerticalSolidList"/>
    <dgm:cxn modelId="{CA2970C5-4761-4E64-88C1-940FAFD1744C}" type="presParOf" srcId="{B0FB7981-DA92-4EDB-942E-35F16F8D51D4}" destId="{1299DA01-04BD-4EC5-ACEE-7669C76D4B2F}" srcOrd="2" destOrd="0" presId="urn:microsoft.com/office/officeart/2018/2/layout/IconVerticalSolidList"/>
    <dgm:cxn modelId="{D013CAED-6FC8-467B-8149-7A803915EEE3}" type="presParOf" srcId="{1299DA01-04BD-4EC5-ACEE-7669C76D4B2F}" destId="{0B9DA712-C296-49E1-BEFF-2EEF19A11F6F}" srcOrd="0" destOrd="0" presId="urn:microsoft.com/office/officeart/2018/2/layout/IconVerticalSolidList"/>
    <dgm:cxn modelId="{A33C69A2-6A33-4373-841A-72BBABB97C3C}" type="presParOf" srcId="{1299DA01-04BD-4EC5-ACEE-7669C76D4B2F}" destId="{0CAB8F82-6C35-43EF-B234-09CD7A78ECB3}" srcOrd="1" destOrd="0" presId="urn:microsoft.com/office/officeart/2018/2/layout/IconVerticalSolidList"/>
    <dgm:cxn modelId="{604A76EB-88FB-4B22-9FF7-E1CED95C7315}" type="presParOf" srcId="{1299DA01-04BD-4EC5-ACEE-7669C76D4B2F}" destId="{11B65D47-4B55-48D6-8952-F6F2CC0D9059}" srcOrd="2" destOrd="0" presId="urn:microsoft.com/office/officeart/2018/2/layout/IconVerticalSolidList"/>
    <dgm:cxn modelId="{45D93832-C94E-41F5-83F9-E7430A5406BB}" type="presParOf" srcId="{1299DA01-04BD-4EC5-ACEE-7669C76D4B2F}" destId="{C83DA5BB-DF7E-4347-8AC0-0FE6A1BDEB28}" srcOrd="3" destOrd="0" presId="urn:microsoft.com/office/officeart/2018/2/layout/IconVerticalSolidList"/>
    <dgm:cxn modelId="{6A6FB905-18A1-437E-8055-EFA293AF2012}" type="presParOf" srcId="{B0FB7981-DA92-4EDB-942E-35F16F8D51D4}" destId="{7BA7C7F2-815E-4F7C-ACBD-752F63D23919}" srcOrd="3" destOrd="0" presId="urn:microsoft.com/office/officeart/2018/2/layout/IconVerticalSolidList"/>
    <dgm:cxn modelId="{0A26B1F2-3E6D-43FF-A474-A426401FA031}" type="presParOf" srcId="{B0FB7981-DA92-4EDB-942E-35F16F8D51D4}" destId="{FD0A7530-1B25-44AA-8466-92C274FF19A8}" srcOrd="4" destOrd="0" presId="urn:microsoft.com/office/officeart/2018/2/layout/IconVerticalSolidList"/>
    <dgm:cxn modelId="{B03EFCF5-5253-46D6-8620-98AA42E0D3E6}" type="presParOf" srcId="{FD0A7530-1B25-44AA-8466-92C274FF19A8}" destId="{9B47C1F1-A1E4-43FE-8884-7AFBAAF55708}" srcOrd="0" destOrd="0" presId="urn:microsoft.com/office/officeart/2018/2/layout/IconVerticalSolidList"/>
    <dgm:cxn modelId="{C4CF7C07-0221-4189-801D-A2B105293A03}" type="presParOf" srcId="{FD0A7530-1B25-44AA-8466-92C274FF19A8}" destId="{0340E14F-DDBD-4B57-9B02-E4F866F73848}" srcOrd="1" destOrd="0" presId="urn:microsoft.com/office/officeart/2018/2/layout/IconVerticalSolidList"/>
    <dgm:cxn modelId="{A6463F14-EB45-483E-972A-6AEA4C01C661}" type="presParOf" srcId="{FD0A7530-1B25-44AA-8466-92C274FF19A8}" destId="{06C74F45-4E62-4902-8367-440D6962720B}" srcOrd="2" destOrd="0" presId="urn:microsoft.com/office/officeart/2018/2/layout/IconVerticalSolidList"/>
    <dgm:cxn modelId="{80A5E47B-3990-4379-8916-2101766E2312}" type="presParOf" srcId="{FD0A7530-1B25-44AA-8466-92C274FF19A8}" destId="{3831645F-249B-49BC-86A2-0DE828283E51}" srcOrd="3" destOrd="0" presId="urn:microsoft.com/office/officeart/2018/2/layout/IconVerticalSolidList"/>
    <dgm:cxn modelId="{082D99B7-B65B-45E2-A549-3804A62625F6}" type="presParOf" srcId="{B0FB7981-DA92-4EDB-942E-35F16F8D51D4}" destId="{EC14813E-E61E-4676-B74A-095FA5DDA141}" srcOrd="5" destOrd="0" presId="urn:microsoft.com/office/officeart/2018/2/layout/IconVerticalSolidList"/>
    <dgm:cxn modelId="{13BDB092-0DA4-4FE3-A927-36A4D198E440}" type="presParOf" srcId="{B0FB7981-DA92-4EDB-942E-35F16F8D51D4}" destId="{5ECE2A2A-0F95-4725-A88A-E4145C4B22BA}" srcOrd="6" destOrd="0" presId="urn:microsoft.com/office/officeart/2018/2/layout/IconVerticalSolidList"/>
    <dgm:cxn modelId="{C09C6645-2560-4DCB-8ECF-AAE0E29B2D7E}" type="presParOf" srcId="{5ECE2A2A-0F95-4725-A88A-E4145C4B22BA}" destId="{CC4C2B96-A7FA-48E5-B4C8-2AC1A5E3DE2A}" srcOrd="0" destOrd="0" presId="urn:microsoft.com/office/officeart/2018/2/layout/IconVerticalSolidList"/>
    <dgm:cxn modelId="{D85E6C0D-3C73-4B31-B84B-154E3597D49F}" type="presParOf" srcId="{5ECE2A2A-0F95-4725-A88A-E4145C4B22BA}" destId="{3A5F9FE0-0947-414E-9E2B-146740BD6BC4}" srcOrd="1" destOrd="0" presId="urn:microsoft.com/office/officeart/2018/2/layout/IconVerticalSolidList"/>
    <dgm:cxn modelId="{B76FC1A7-6E85-459D-90A9-87F5D73775C8}" type="presParOf" srcId="{5ECE2A2A-0F95-4725-A88A-E4145C4B22BA}" destId="{AD42A5CB-C4A3-4909-B1A5-D392575C025C}" srcOrd="2" destOrd="0" presId="urn:microsoft.com/office/officeart/2018/2/layout/IconVerticalSolidList"/>
    <dgm:cxn modelId="{9DAFFF30-E841-4A3C-A3BB-5361AC5D3CB0}" type="presParOf" srcId="{5ECE2A2A-0F95-4725-A88A-E4145C4B22BA}" destId="{2D915EAB-1654-4EC5-B5B8-4B0679DFA08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685E4F5-6405-4D90-BE68-7AF9FD741086}" type="doc">
      <dgm:prSet loTypeId="urn:microsoft.com/office/officeart/2005/8/layout/hierarchy1" loCatId="hierarchy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E520960-217F-4DC7-95B7-000F095431FB}">
      <dgm:prSet/>
      <dgm:spPr/>
      <dgm:t>
        <a:bodyPr/>
        <a:lstStyle/>
        <a:p>
          <a:r>
            <a:rPr lang="en-US" b="1" i="0" baseline="0"/>
            <a:t>Book Management:</a:t>
          </a:r>
          <a:endParaRPr lang="en-US"/>
        </a:p>
      </dgm:t>
    </dgm:pt>
    <dgm:pt modelId="{5A87D700-5F8A-4FF6-AA08-05E341F8F5CD}" type="parTrans" cxnId="{2BA73131-A0D8-4AF5-A9EF-CD7F4FD97B81}">
      <dgm:prSet/>
      <dgm:spPr/>
      <dgm:t>
        <a:bodyPr/>
        <a:lstStyle/>
        <a:p>
          <a:endParaRPr lang="en-US"/>
        </a:p>
      </dgm:t>
    </dgm:pt>
    <dgm:pt modelId="{5ADC32A3-A7B1-4D1C-B717-CF5FA841A94B}" type="sibTrans" cxnId="{2BA73131-A0D8-4AF5-A9EF-CD7F4FD97B81}">
      <dgm:prSet/>
      <dgm:spPr/>
      <dgm:t>
        <a:bodyPr/>
        <a:lstStyle/>
        <a:p>
          <a:endParaRPr lang="en-US"/>
        </a:p>
      </dgm:t>
    </dgm:pt>
    <dgm:pt modelId="{2A504CD9-A242-43F0-B82B-D244F6F89460}">
      <dgm:prSet/>
      <dgm:spPr/>
      <dgm:t>
        <a:bodyPr/>
        <a:lstStyle/>
        <a:p>
          <a:r>
            <a:rPr lang="en-US" b="0" i="0" baseline="0" dirty="0"/>
            <a:t>Librarians can add books via ISBN (fetches data from Google Books API) or manually enter all details.</a:t>
          </a:r>
          <a:endParaRPr lang="en-US" dirty="0"/>
        </a:p>
      </dgm:t>
    </dgm:pt>
    <dgm:pt modelId="{CB84BCB4-7DF3-43B7-8A65-7185D892885C}" type="parTrans" cxnId="{28DCDB32-B3BE-476B-897B-C1AF35283F4C}">
      <dgm:prSet/>
      <dgm:spPr/>
      <dgm:t>
        <a:bodyPr/>
        <a:lstStyle/>
        <a:p>
          <a:endParaRPr lang="en-US"/>
        </a:p>
      </dgm:t>
    </dgm:pt>
    <dgm:pt modelId="{9F1D7A25-9ADC-41D0-891A-44BEE6275D17}" type="sibTrans" cxnId="{28DCDB32-B3BE-476B-897B-C1AF35283F4C}">
      <dgm:prSet/>
      <dgm:spPr/>
      <dgm:t>
        <a:bodyPr/>
        <a:lstStyle/>
        <a:p>
          <a:endParaRPr lang="en-US"/>
        </a:p>
      </dgm:t>
    </dgm:pt>
    <dgm:pt modelId="{47E9C399-9FEE-4603-9CA0-F4AF2285A23E}">
      <dgm:prSet/>
      <dgm:spPr/>
      <dgm:t>
        <a:bodyPr/>
        <a:lstStyle/>
        <a:p>
          <a:r>
            <a:rPr lang="en-US" b="0" i="0" baseline="0"/>
            <a:t>Ability to edit existing book information, including stock levels and genres.</a:t>
          </a:r>
          <a:endParaRPr lang="en-US"/>
        </a:p>
      </dgm:t>
    </dgm:pt>
    <dgm:pt modelId="{C91559E8-DA08-4F67-9226-B419F5C67D4D}" type="parTrans" cxnId="{3836E1E5-F5B4-4C58-93EB-D4E9B24319E5}">
      <dgm:prSet/>
      <dgm:spPr/>
      <dgm:t>
        <a:bodyPr/>
        <a:lstStyle/>
        <a:p>
          <a:endParaRPr lang="en-US"/>
        </a:p>
      </dgm:t>
    </dgm:pt>
    <dgm:pt modelId="{1DE7A990-C7F5-4EA4-85AE-6924C804F0EA}" type="sibTrans" cxnId="{3836E1E5-F5B4-4C58-93EB-D4E9B24319E5}">
      <dgm:prSet/>
      <dgm:spPr/>
      <dgm:t>
        <a:bodyPr/>
        <a:lstStyle/>
        <a:p>
          <a:endParaRPr lang="en-US"/>
        </a:p>
      </dgm:t>
    </dgm:pt>
    <dgm:pt modelId="{594C2D9B-20BB-422B-A791-2DFBD18BE0B2}">
      <dgm:prSet/>
      <dgm:spPr/>
      <dgm:t>
        <a:bodyPr/>
        <a:lstStyle/>
        <a:p>
          <a:r>
            <a:rPr lang="en-US" b="0" i="0" baseline="0"/>
            <a:t>Genre management includes associating existing genres or creating new ones on-the-fly during book entry/edit.</a:t>
          </a:r>
          <a:endParaRPr lang="en-US"/>
        </a:p>
      </dgm:t>
    </dgm:pt>
    <dgm:pt modelId="{4C3AE2A5-B152-44AD-AD91-90994CDDF869}" type="parTrans" cxnId="{A6AA468A-B96D-4FB7-BFB9-3D10EEC111E8}">
      <dgm:prSet/>
      <dgm:spPr/>
      <dgm:t>
        <a:bodyPr/>
        <a:lstStyle/>
        <a:p>
          <a:endParaRPr lang="en-US"/>
        </a:p>
      </dgm:t>
    </dgm:pt>
    <dgm:pt modelId="{21DDC821-B4A6-4DDB-82A1-0D500EEC6608}" type="sibTrans" cxnId="{A6AA468A-B96D-4FB7-BFB9-3D10EEC111E8}">
      <dgm:prSet/>
      <dgm:spPr/>
      <dgm:t>
        <a:bodyPr/>
        <a:lstStyle/>
        <a:p>
          <a:endParaRPr lang="en-US"/>
        </a:p>
      </dgm:t>
    </dgm:pt>
    <dgm:pt modelId="{2DE46742-A66C-40D9-95BE-C2A709C3B7C7}">
      <dgm:prSet/>
      <dgm:spPr/>
      <dgm:t>
        <a:bodyPr/>
        <a:lstStyle/>
        <a:p>
          <a:r>
            <a:rPr lang="en-US" b="1" i="0" baseline="0"/>
            <a:t>User Management:</a:t>
          </a:r>
          <a:endParaRPr lang="en-US"/>
        </a:p>
      </dgm:t>
    </dgm:pt>
    <dgm:pt modelId="{52D0C93E-9D5E-4A4B-9080-DB8750905E6F}" type="parTrans" cxnId="{136BB24B-D269-46F9-AD5C-D8BB3EE83FDA}">
      <dgm:prSet/>
      <dgm:spPr/>
      <dgm:t>
        <a:bodyPr/>
        <a:lstStyle/>
        <a:p>
          <a:endParaRPr lang="en-US"/>
        </a:p>
      </dgm:t>
    </dgm:pt>
    <dgm:pt modelId="{3A626ECD-6154-4098-8F16-712DD96C2EC8}" type="sibTrans" cxnId="{136BB24B-D269-46F9-AD5C-D8BB3EE83FDA}">
      <dgm:prSet/>
      <dgm:spPr/>
      <dgm:t>
        <a:bodyPr/>
        <a:lstStyle/>
        <a:p>
          <a:endParaRPr lang="en-US"/>
        </a:p>
      </dgm:t>
    </dgm:pt>
    <dgm:pt modelId="{CB025401-B92A-45E0-AC3F-44A3DD734BA9}">
      <dgm:prSet/>
      <dgm:spPr/>
      <dgm:t>
        <a:bodyPr/>
        <a:lstStyle/>
        <a:p>
          <a:r>
            <a:rPr lang="en-US" b="0" i="0" baseline="0"/>
            <a:t>Distinct roles (Student, Librarian, Admin) with different permissions enforced via tRPC middleware.</a:t>
          </a:r>
          <a:endParaRPr lang="en-US"/>
        </a:p>
      </dgm:t>
    </dgm:pt>
    <dgm:pt modelId="{7DF100A4-1616-4446-AAEB-53AB620A6110}" type="parTrans" cxnId="{2B0AAC3B-A564-4BD6-B88D-CB68BA110387}">
      <dgm:prSet/>
      <dgm:spPr/>
      <dgm:t>
        <a:bodyPr/>
        <a:lstStyle/>
        <a:p>
          <a:endParaRPr lang="en-US"/>
        </a:p>
      </dgm:t>
    </dgm:pt>
    <dgm:pt modelId="{C6524D6C-DC8B-4A7F-A27F-AB37FA978D44}" type="sibTrans" cxnId="{2B0AAC3B-A564-4BD6-B88D-CB68BA110387}">
      <dgm:prSet/>
      <dgm:spPr/>
      <dgm:t>
        <a:bodyPr/>
        <a:lstStyle/>
        <a:p>
          <a:endParaRPr lang="en-US"/>
        </a:p>
      </dgm:t>
    </dgm:pt>
    <dgm:pt modelId="{53F59294-B9CE-4AEF-A168-F588EE8B3ACB}">
      <dgm:prSet/>
      <dgm:spPr/>
      <dgm:t>
        <a:bodyPr/>
        <a:lstStyle/>
        <a:p>
          <a:r>
            <a:rPr lang="en-US" b="0" i="0" baseline="0"/>
            <a:t>Secure password hashing using bcrypt.</a:t>
          </a:r>
          <a:endParaRPr lang="en-US"/>
        </a:p>
      </dgm:t>
    </dgm:pt>
    <dgm:pt modelId="{5299C8EF-02AE-4D3F-A1E3-9A70C94412C4}" type="parTrans" cxnId="{95C1B6B6-228A-40F0-87B5-A84F04E1B5C0}">
      <dgm:prSet/>
      <dgm:spPr/>
      <dgm:t>
        <a:bodyPr/>
        <a:lstStyle/>
        <a:p>
          <a:endParaRPr lang="en-US"/>
        </a:p>
      </dgm:t>
    </dgm:pt>
    <dgm:pt modelId="{C2BAEB58-A10D-4A7F-A9A6-5A39676813BF}" type="sibTrans" cxnId="{95C1B6B6-228A-40F0-87B5-A84F04E1B5C0}">
      <dgm:prSet/>
      <dgm:spPr/>
      <dgm:t>
        <a:bodyPr/>
        <a:lstStyle/>
        <a:p>
          <a:endParaRPr lang="en-US"/>
        </a:p>
      </dgm:t>
    </dgm:pt>
    <dgm:pt modelId="{B7951170-846F-4108-9621-52262B432856}" type="pres">
      <dgm:prSet presAssocID="{B685E4F5-6405-4D90-BE68-7AF9FD74108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C6C0395-3439-4E5C-9E70-284CE0C9CC86}" type="pres">
      <dgm:prSet presAssocID="{7E520960-217F-4DC7-95B7-000F095431FB}" presName="hierRoot1" presStyleCnt="0"/>
      <dgm:spPr/>
    </dgm:pt>
    <dgm:pt modelId="{26C3544E-35A5-4BA8-9563-77A8205571E7}" type="pres">
      <dgm:prSet presAssocID="{7E520960-217F-4DC7-95B7-000F095431FB}" presName="composite" presStyleCnt="0"/>
      <dgm:spPr/>
    </dgm:pt>
    <dgm:pt modelId="{DA9C4ED0-E276-4968-A9C1-9DB0F4A6572C}" type="pres">
      <dgm:prSet presAssocID="{7E520960-217F-4DC7-95B7-000F095431FB}" presName="background" presStyleLbl="node0" presStyleIdx="0" presStyleCnt="2"/>
      <dgm:spPr/>
    </dgm:pt>
    <dgm:pt modelId="{6EAC28C4-5C1A-4254-A5F6-CFB519A06D00}" type="pres">
      <dgm:prSet presAssocID="{7E520960-217F-4DC7-95B7-000F095431FB}" presName="text" presStyleLbl="fgAcc0" presStyleIdx="0" presStyleCnt="2">
        <dgm:presLayoutVars>
          <dgm:chPref val="3"/>
        </dgm:presLayoutVars>
      </dgm:prSet>
      <dgm:spPr/>
    </dgm:pt>
    <dgm:pt modelId="{BDB4262D-4496-4C19-B8C8-D59BF6EE1038}" type="pres">
      <dgm:prSet presAssocID="{7E520960-217F-4DC7-95B7-000F095431FB}" presName="hierChild2" presStyleCnt="0"/>
      <dgm:spPr/>
    </dgm:pt>
    <dgm:pt modelId="{99B564C8-F0FF-42A5-B68C-A5BF994B09E0}" type="pres">
      <dgm:prSet presAssocID="{CB84BCB4-7DF3-43B7-8A65-7185D892885C}" presName="Name10" presStyleLbl="parChTrans1D2" presStyleIdx="0" presStyleCnt="5"/>
      <dgm:spPr/>
    </dgm:pt>
    <dgm:pt modelId="{BFC4C192-2835-4979-97C9-7E3657BB3C23}" type="pres">
      <dgm:prSet presAssocID="{2A504CD9-A242-43F0-B82B-D244F6F89460}" presName="hierRoot2" presStyleCnt="0"/>
      <dgm:spPr/>
    </dgm:pt>
    <dgm:pt modelId="{7043256F-9ECE-432E-941B-710AD16B1C16}" type="pres">
      <dgm:prSet presAssocID="{2A504CD9-A242-43F0-B82B-D244F6F89460}" presName="composite2" presStyleCnt="0"/>
      <dgm:spPr/>
    </dgm:pt>
    <dgm:pt modelId="{FB2A0960-CD54-424D-9FAE-8787F3BE8542}" type="pres">
      <dgm:prSet presAssocID="{2A504CD9-A242-43F0-B82B-D244F6F89460}" presName="background2" presStyleLbl="node2" presStyleIdx="0" presStyleCnt="5"/>
      <dgm:spPr/>
    </dgm:pt>
    <dgm:pt modelId="{84215630-6682-4B53-9697-957F0E56FA2B}" type="pres">
      <dgm:prSet presAssocID="{2A504CD9-A242-43F0-B82B-D244F6F89460}" presName="text2" presStyleLbl="fgAcc2" presStyleIdx="0" presStyleCnt="5">
        <dgm:presLayoutVars>
          <dgm:chPref val="3"/>
        </dgm:presLayoutVars>
      </dgm:prSet>
      <dgm:spPr/>
    </dgm:pt>
    <dgm:pt modelId="{37DD4B9D-FB1A-45B6-AF82-BC64DFC534CC}" type="pres">
      <dgm:prSet presAssocID="{2A504CD9-A242-43F0-B82B-D244F6F89460}" presName="hierChild3" presStyleCnt="0"/>
      <dgm:spPr/>
    </dgm:pt>
    <dgm:pt modelId="{0046E1FA-8C9F-496A-8307-62B7DE25DA4B}" type="pres">
      <dgm:prSet presAssocID="{C91559E8-DA08-4F67-9226-B419F5C67D4D}" presName="Name10" presStyleLbl="parChTrans1D2" presStyleIdx="1" presStyleCnt="5"/>
      <dgm:spPr/>
    </dgm:pt>
    <dgm:pt modelId="{3B260F2A-D299-4B07-A750-6E5C88FEF897}" type="pres">
      <dgm:prSet presAssocID="{47E9C399-9FEE-4603-9CA0-F4AF2285A23E}" presName="hierRoot2" presStyleCnt="0"/>
      <dgm:spPr/>
    </dgm:pt>
    <dgm:pt modelId="{F3DCEF2B-26EC-4979-ADFB-E63086A198B2}" type="pres">
      <dgm:prSet presAssocID="{47E9C399-9FEE-4603-9CA0-F4AF2285A23E}" presName="composite2" presStyleCnt="0"/>
      <dgm:spPr/>
    </dgm:pt>
    <dgm:pt modelId="{CC204C36-98DB-4F72-A754-633347C2412C}" type="pres">
      <dgm:prSet presAssocID="{47E9C399-9FEE-4603-9CA0-F4AF2285A23E}" presName="background2" presStyleLbl="node2" presStyleIdx="1" presStyleCnt="5"/>
      <dgm:spPr/>
    </dgm:pt>
    <dgm:pt modelId="{217FEE08-13FB-4CE9-8B12-C91A71061E2F}" type="pres">
      <dgm:prSet presAssocID="{47E9C399-9FEE-4603-9CA0-F4AF2285A23E}" presName="text2" presStyleLbl="fgAcc2" presStyleIdx="1" presStyleCnt="5">
        <dgm:presLayoutVars>
          <dgm:chPref val="3"/>
        </dgm:presLayoutVars>
      </dgm:prSet>
      <dgm:spPr/>
    </dgm:pt>
    <dgm:pt modelId="{66B61542-17DD-4342-B86E-684D9FBD6E6F}" type="pres">
      <dgm:prSet presAssocID="{47E9C399-9FEE-4603-9CA0-F4AF2285A23E}" presName="hierChild3" presStyleCnt="0"/>
      <dgm:spPr/>
    </dgm:pt>
    <dgm:pt modelId="{955BB20E-6331-4BD8-846B-E4242A8CEC34}" type="pres">
      <dgm:prSet presAssocID="{4C3AE2A5-B152-44AD-AD91-90994CDDF869}" presName="Name10" presStyleLbl="parChTrans1D2" presStyleIdx="2" presStyleCnt="5"/>
      <dgm:spPr/>
    </dgm:pt>
    <dgm:pt modelId="{B4BF2ABB-A982-463E-9884-8985058800E1}" type="pres">
      <dgm:prSet presAssocID="{594C2D9B-20BB-422B-A791-2DFBD18BE0B2}" presName="hierRoot2" presStyleCnt="0"/>
      <dgm:spPr/>
    </dgm:pt>
    <dgm:pt modelId="{56E32885-E82C-4314-B9E1-1E5288BC5DFD}" type="pres">
      <dgm:prSet presAssocID="{594C2D9B-20BB-422B-A791-2DFBD18BE0B2}" presName="composite2" presStyleCnt="0"/>
      <dgm:spPr/>
    </dgm:pt>
    <dgm:pt modelId="{ED6953F8-0F0D-4E03-9668-4A3B2657173A}" type="pres">
      <dgm:prSet presAssocID="{594C2D9B-20BB-422B-A791-2DFBD18BE0B2}" presName="background2" presStyleLbl="node2" presStyleIdx="2" presStyleCnt="5"/>
      <dgm:spPr/>
    </dgm:pt>
    <dgm:pt modelId="{2E5AA594-7FAC-4B18-A4B0-13318FFF3479}" type="pres">
      <dgm:prSet presAssocID="{594C2D9B-20BB-422B-A791-2DFBD18BE0B2}" presName="text2" presStyleLbl="fgAcc2" presStyleIdx="2" presStyleCnt="5">
        <dgm:presLayoutVars>
          <dgm:chPref val="3"/>
        </dgm:presLayoutVars>
      </dgm:prSet>
      <dgm:spPr/>
    </dgm:pt>
    <dgm:pt modelId="{8065A8CE-B6CA-4C94-B8DF-7EF478A66025}" type="pres">
      <dgm:prSet presAssocID="{594C2D9B-20BB-422B-A791-2DFBD18BE0B2}" presName="hierChild3" presStyleCnt="0"/>
      <dgm:spPr/>
    </dgm:pt>
    <dgm:pt modelId="{C4EFCBD7-FA69-47BA-8C86-150A24A9D520}" type="pres">
      <dgm:prSet presAssocID="{2DE46742-A66C-40D9-95BE-C2A709C3B7C7}" presName="hierRoot1" presStyleCnt="0"/>
      <dgm:spPr/>
    </dgm:pt>
    <dgm:pt modelId="{920F59AD-EAF5-4AEB-AC22-58CAEDA55B39}" type="pres">
      <dgm:prSet presAssocID="{2DE46742-A66C-40D9-95BE-C2A709C3B7C7}" presName="composite" presStyleCnt="0"/>
      <dgm:spPr/>
    </dgm:pt>
    <dgm:pt modelId="{0DB30C2E-E9CD-4CF0-90D7-9EF8F4DF3A7D}" type="pres">
      <dgm:prSet presAssocID="{2DE46742-A66C-40D9-95BE-C2A709C3B7C7}" presName="background" presStyleLbl="node0" presStyleIdx="1" presStyleCnt="2"/>
      <dgm:spPr/>
    </dgm:pt>
    <dgm:pt modelId="{C4EB4178-1313-46C6-BAAB-7C7185E903ED}" type="pres">
      <dgm:prSet presAssocID="{2DE46742-A66C-40D9-95BE-C2A709C3B7C7}" presName="text" presStyleLbl="fgAcc0" presStyleIdx="1" presStyleCnt="2">
        <dgm:presLayoutVars>
          <dgm:chPref val="3"/>
        </dgm:presLayoutVars>
      </dgm:prSet>
      <dgm:spPr/>
    </dgm:pt>
    <dgm:pt modelId="{B0B4932A-7C73-4B31-9E23-E62184CE6003}" type="pres">
      <dgm:prSet presAssocID="{2DE46742-A66C-40D9-95BE-C2A709C3B7C7}" presName="hierChild2" presStyleCnt="0"/>
      <dgm:spPr/>
    </dgm:pt>
    <dgm:pt modelId="{96B9035D-A854-4454-AC81-5A860729C01F}" type="pres">
      <dgm:prSet presAssocID="{7DF100A4-1616-4446-AAEB-53AB620A6110}" presName="Name10" presStyleLbl="parChTrans1D2" presStyleIdx="3" presStyleCnt="5"/>
      <dgm:spPr/>
    </dgm:pt>
    <dgm:pt modelId="{7D055D07-E7E6-4B8A-98D7-073060236561}" type="pres">
      <dgm:prSet presAssocID="{CB025401-B92A-45E0-AC3F-44A3DD734BA9}" presName="hierRoot2" presStyleCnt="0"/>
      <dgm:spPr/>
    </dgm:pt>
    <dgm:pt modelId="{18CD268C-3283-494F-AD36-E9705EADFC73}" type="pres">
      <dgm:prSet presAssocID="{CB025401-B92A-45E0-AC3F-44A3DD734BA9}" presName="composite2" presStyleCnt="0"/>
      <dgm:spPr/>
    </dgm:pt>
    <dgm:pt modelId="{9A1EDA70-402A-4F36-8EC4-9F76EEF3437C}" type="pres">
      <dgm:prSet presAssocID="{CB025401-B92A-45E0-AC3F-44A3DD734BA9}" presName="background2" presStyleLbl="node2" presStyleIdx="3" presStyleCnt="5"/>
      <dgm:spPr/>
    </dgm:pt>
    <dgm:pt modelId="{3B84D420-0FC2-4179-A6E4-5A032018C155}" type="pres">
      <dgm:prSet presAssocID="{CB025401-B92A-45E0-AC3F-44A3DD734BA9}" presName="text2" presStyleLbl="fgAcc2" presStyleIdx="3" presStyleCnt="5">
        <dgm:presLayoutVars>
          <dgm:chPref val="3"/>
        </dgm:presLayoutVars>
      </dgm:prSet>
      <dgm:spPr/>
    </dgm:pt>
    <dgm:pt modelId="{537FDEF0-F309-48E4-A4E4-3DDA47EEA744}" type="pres">
      <dgm:prSet presAssocID="{CB025401-B92A-45E0-AC3F-44A3DD734BA9}" presName="hierChild3" presStyleCnt="0"/>
      <dgm:spPr/>
    </dgm:pt>
    <dgm:pt modelId="{367895D5-FF03-481A-9EE4-F0E896DCE384}" type="pres">
      <dgm:prSet presAssocID="{5299C8EF-02AE-4D3F-A1E3-9A70C94412C4}" presName="Name10" presStyleLbl="parChTrans1D2" presStyleIdx="4" presStyleCnt="5"/>
      <dgm:spPr/>
    </dgm:pt>
    <dgm:pt modelId="{121FD8B4-94F1-4FC3-826C-7CB9D76328C8}" type="pres">
      <dgm:prSet presAssocID="{53F59294-B9CE-4AEF-A168-F588EE8B3ACB}" presName="hierRoot2" presStyleCnt="0"/>
      <dgm:spPr/>
    </dgm:pt>
    <dgm:pt modelId="{F28F313D-35B8-4E61-B1C3-10707DEC5C77}" type="pres">
      <dgm:prSet presAssocID="{53F59294-B9CE-4AEF-A168-F588EE8B3ACB}" presName="composite2" presStyleCnt="0"/>
      <dgm:spPr/>
    </dgm:pt>
    <dgm:pt modelId="{39DB7552-D95B-4E13-A5BB-C3D400ED88F4}" type="pres">
      <dgm:prSet presAssocID="{53F59294-B9CE-4AEF-A168-F588EE8B3ACB}" presName="background2" presStyleLbl="node2" presStyleIdx="4" presStyleCnt="5"/>
      <dgm:spPr/>
    </dgm:pt>
    <dgm:pt modelId="{4C8D45C8-F1A1-4F54-B80A-2CE2B07F8DE2}" type="pres">
      <dgm:prSet presAssocID="{53F59294-B9CE-4AEF-A168-F588EE8B3ACB}" presName="text2" presStyleLbl="fgAcc2" presStyleIdx="4" presStyleCnt="5">
        <dgm:presLayoutVars>
          <dgm:chPref val="3"/>
        </dgm:presLayoutVars>
      </dgm:prSet>
      <dgm:spPr/>
    </dgm:pt>
    <dgm:pt modelId="{AD91B429-380F-459E-B3F1-78E7D330A615}" type="pres">
      <dgm:prSet presAssocID="{53F59294-B9CE-4AEF-A168-F588EE8B3ACB}" presName="hierChild3" presStyleCnt="0"/>
      <dgm:spPr/>
    </dgm:pt>
  </dgm:ptLst>
  <dgm:cxnLst>
    <dgm:cxn modelId="{CD00CE08-06FE-429F-B4BB-BC2029428483}" type="presOf" srcId="{C91559E8-DA08-4F67-9226-B419F5C67D4D}" destId="{0046E1FA-8C9F-496A-8307-62B7DE25DA4B}" srcOrd="0" destOrd="0" presId="urn:microsoft.com/office/officeart/2005/8/layout/hierarchy1"/>
    <dgm:cxn modelId="{7C825E0C-F97C-43B3-B602-9B940BB09D75}" type="presOf" srcId="{47E9C399-9FEE-4603-9CA0-F4AF2285A23E}" destId="{217FEE08-13FB-4CE9-8B12-C91A71061E2F}" srcOrd="0" destOrd="0" presId="urn:microsoft.com/office/officeart/2005/8/layout/hierarchy1"/>
    <dgm:cxn modelId="{09195119-4133-447B-A05F-3342EB26245E}" type="presOf" srcId="{4C3AE2A5-B152-44AD-AD91-90994CDDF869}" destId="{955BB20E-6331-4BD8-846B-E4242A8CEC34}" srcOrd="0" destOrd="0" presId="urn:microsoft.com/office/officeart/2005/8/layout/hierarchy1"/>
    <dgm:cxn modelId="{2BA73131-A0D8-4AF5-A9EF-CD7F4FD97B81}" srcId="{B685E4F5-6405-4D90-BE68-7AF9FD741086}" destId="{7E520960-217F-4DC7-95B7-000F095431FB}" srcOrd="0" destOrd="0" parTransId="{5A87D700-5F8A-4FF6-AA08-05E341F8F5CD}" sibTransId="{5ADC32A3-A7B1-4D1C-B717-CF5FA841A94B}"/>
    <dgm:cxn modelId="{28DCDB32-B3BE-476B-897B-C1AF35283F4C}" srcId="{7E520960-217F-4DC7-95B7-000F095431FB}" destId="{2A504CD9-A242-43F0-B82B-D244F6F89460}" srcOrd="0" destOrd="0" parTransId="{CB84BCB4-7DF3-43B7-8A65-7185D892885C}" sibTransId="{9F1D7A25-9ADC-41D0-891A-44BEE6275D17}"/>
    <dgm:cxn modelId="{F0CF2D33-88BD-4872-963B-6FB28E631849}" type="presOf" srcId="{53F59294-B9CE-4AEF-A168-F588EE8B3ACB}" destId="{4C8D45C8-F1A1-4F54-B80A-2CE2B07F8DE2}" srcOrd="0" destOrd="0" presId="urn:microsoft.com/office/officeart/2005/8/layout/hierarchy1"/>
    <dgm:cxn modelId="{2B0AAC3B-A564-4BD6-B88D-CB68BA110387}" srcId="{2DE46742-A66C-40D9-95BE-C2A709C3B7C7}" destId="{CB025401-B92A-45E0-AC3F-44A3DD734BA9}" srcOrd="0" destOrd="0" parTransId="{7DF100A4-1616-4446-AAEB-53AB620A6110}" sibTransId="{C6524D6C-DC8B-4A7F-A27F-AB37FA978D44}"/>
    <dgm:cxn modelId="{96FD453C-7FCE-47D9-A196-2A8553212D8B}" type="presOf" srcId="{CB84BCB4-7DF3-43B7-8A65-7185D892885C}" destId="{99B564C8-F0FF-42A5-B68C-A5BF994B09E0}" srcOrd="0" destOrd="0" presId="urn:microsoft.com/office/officeart/2005/8/layout/hierarchy1"/>
    <dgm:cxn modelId="{A55D9846-833F-4D56-9FF1-33E4D10D82AD}" type="presOf" srcId="{5299C8EF-02AE-4D3F-A1E3-9A70C94412C4}" destId="{367895D5-FF03-481A-9EE4-F0E896DCE384}" srcOrd="0" destOrd="0" presId="urn:microsoft.com/office/officeart/2005/8/layout/hierarchy1"/>
    <dgm:cxn modelId="{A0FCB169-C423-49B5-BE3D-D834724518F6}" type="presOf" srcId="{2DE46742-A66C-40D9-95BE-C2A709C3B7C7}" destId="{C4EB4178-1313-46C6-BAAB-7C7185E903ED}" srcOrd="0" destOrd="0" presId="urn:microsoft.com/office/officeart/2005/8/layout/hierarchy1"/>
    <dgm:cxn modelId="{7D71886B-577B-457B-B179-9C268DF30E8B}" type="presOf" srcId="{2A504CD9-A242-43F0-B82B-D244F6F89460}" destId="{84215630-6682-4B53-9697-957F0E56FA2B}" srcOrd="0" destOrd="0" presId="urn:microsoft.com/office/officeart/2005/8/layout/hierarchy1"/>
    <dgm:cxn modelId="{136BB24B-D269-46F9-AD5C-D8BB3EE83FDA}" srcId="{B685E4F5-6405-4D90-BE68-7AF9FD741086}" destId="{2DE46742-A66C-40D9-95BE-C2A709C3B7C7}" srcOrd="1" destOrd="0" parTransId="{52D0C93E-9D5E-4A4B-9080-DB8750905E6F}" sibTransId="{3A626ECD-6154-4098-8F16-712DD96C2EC8}"/>
    <dgm:cxn modelId="{19F4B66B-5E79-4213-9C6A-D470BBA61BBC}" type="presOf" srcId="{7E520960-217F-4DC7-95B7-000F095431FB}" destId="{6EAC28C4-5C1A-4254-A5F6-CFB519A06D00}" srcOrd="0" destOrd="0" presId="urn:microsoft.com/office/officeart/2005/8/layout/hierarchy1"/>
    <dgm:cxn modelId="{8A253B6F-9FB5-4347-990D-EBBFA40AE699}" type="presOf" srcId="{B685E4F5-6405-4D90-BE68-7AF9FD741086}" destId="{B7951170-846F-4108-9621-52262B432856}" srcOrd="0" destOrd="0" presId="urn:microsoft.com/office/officeart/2005/8/layout/hierarchy1"/>
    <dgm:cxn modelId="{A6AA468A-B96D-4FB7-BFB9-3D10EEC111E8}" srcId="{7E520960-217F-4DC7-95B7-000F095431FB}" destId="{594C2D9B-20BB-422B-A791-2DFBD18BE0B2}" srcOrd="2" destOrd="0" parTransId="{4C3AE2A5-B152-44AD-AD91-90994CDDF869}" sibTransId="{21DDC821-B4A6-4DDB-82A1-0D500EEC6608}"/>
    <dgm:cxn modelId="{95C1B6B6-228A-40F0-87B5-A84F04E1B5C0}" srcId="{2DE46742-A66C-40D9-95BE-C2A709C3B7C7}" destId="{53F59294-B9CE-4AEF-A168-F588EE8B3ACB}" srcOrd="1" destOrd="0" parTransId="{5299C8EF-02AE-4D3F-A1E3-9A70C94412C4}" sibTransId="{C2BAEB58-A10D-4A7F-A9A6-5A39676813BF}"/>
    <dgm:cxn modelId="{867BC9C3-163B-45F7-844D-D057140BEA2B}" type="presOf" srcId="{CB025401-B92A-45E0-AC3F-44A3DD734BA9}" destId="{3B84D420-0FC2-4179-A6E4-5A032018C155}" srcOrd="0" destOrd="0" presId="urn:microsoft.com/office/officeart/2005/8/layout/hierarchy1"/>
    <dgm:cxn modelId="{D12819E3-7D5E-4798-99B4-0BDE8BC5436A}" type="presOf" srcId="{594C2D9B-20BB-422B-A791-2DFBD18BE0B2}" destId="{2E5AA594-7FAC-4B18-A4B0-13318FFF3479}" srcOrd="0" destOrd="0" presId="urn:microsoft.com/office/officeart/2005/8/layout/hierarchy1"/>
    <dgm:cxn modelId="{3EC23FE3-9080-4EFD-91E9-D9FDD9C3CDC6}" type="presOf" srcId="{7DF100A4-1616-4446-AAEB-53AB620A6110}" destId="{96B9035D-A854-4454-AC81-5A860729C01F}" srcOrd="0" destOrd="0" presId="urn:microsoft.com/office/officeart/2005/8/layout/hierarchy1"/>
    <dgm:cxn modelId="{3836E1E5-F5B4-4C58-93EB-D4E9B24319E5}" srcId="{7E520960-217F-4DC7-95B7-000F095431FB}" destId="{47E9C399-9FEE-4603-9CA0-F4AF2285A23E}" srcOrd="1" destOrd="0" parTransId="{C91559E8-DA08-4F67-9226-B419F5C67D4D}" sibTransId="{1DE7A990-C7F5-4EA4-85AE-6924C804F0EA}"/>
    <dgm:cxn modelId="{A5868CB5-48E7-4E71-86FD-2C6064EF867F}" type="presParOf" srcId="{B7951170-846F-4108-9621-52262B432856}" destId="{8C6C0395-3439-4E5C-9E70-284CE0C9CC86}" srcOrd="0" destOrd="0" presId="urn:microsoft.com/office/officeart/2005/8/layout/hierarchy1"/>
    <dgm:cxn modelId="{D3AD1D4A-15A8-4664-9831-EA3473314832}" type="presParOf" srcId="{8C6C0395-3439-4E5C-9E70-284CE0C9CC86}" destId="{26C3544E-35A5-4BA8-9563-77A8205571E7}" srcOrd="0" destOrd="0" presId="urn:microsoft.com/office/officeart/2005/8/layout/hierarchy1"/>
    <dgm:cxn modelId="{ADF3B3BD-BD6B-44C8-B251-4E195A8B9780}" type="presParOf" srcId="{26C3544E-35A5-4BA8-9563-77A8205571E7}" destId="{DA9C4ED0-E276-4968-A9C1-9DB0F4A6572C}" srcOrd="0" destOrd="0" presId="urn:microsoft.com/office/officeart/2005/8/layout/hierarchy1"/>
    <dgm:cxn modelId="{ED5544B8-B2A3-4E73-A263-7F4FA1DA578F}" type="presParOf" srcId="{26C3544E-35A5-4BA8-9563-77A8205571E7}" destId="{6EAC28C4-5C1A-4254-A5F6-CFB519A06D00}" srcOrd="1" destOrd="0" presId="urn:microsoft.com/office/officeart/2005/8/layout/hierarchy1"/>
    <dgm:cxn modelId="{4BB9AD57-7B17-4C8F-8FF0-2D4F8B468DBE}" type="presParOf" srcId="{8C6C0395-3439-4E5C-9E70-284CE0C9CC86}" destId="{BDB4262D-4496-4C19-B8C8-D59BF6EE1038}" srcOrd="1" destOrd="0" presId="urn:microsoft.com/office/officeart/2005/8/layout/hierarchy1"/>
    <dgm:cxn modelId="{BCD158E3-FFF3-4C22-9F84-0CA1F9C39BED}" type="presParOf" srcId="{BDB4262D-4496-4C19-B8C8-D59BF6EE1038}" destId="{99B564C8-F0FF-42A5-B68C-A5BF994B09E0}" srcOrd="0" destOrd="0" presId="urn:microsoft.com/office/officeart/2005/8/layout/hierarchy1"/>
    <dgm:cxn modelId="{21A660D3-387B-45EF-8399-52FE1597A1C3}" type="presParOf" srcId="{BDB4262D-4496-4C19-B8C8-D59BF6EE1038}" destId="{BFC4C192-2835-4979-97C9-7E3657BB3C23}" srcOrd="1" destOrd="0" presId="urn:microsoft.com/office/officeart/2005/8/layout/hierarchy1"/>
    <dgm:cxn modelId="{9D9B7007-4D1E-497A-8B6E-7FAEA6025D7B}" type="presParOf" srcId="{BFC4C192-2835-4979-97C9-7E3657BB3C23}" destId="{7043256F-9ECE-432E-941B-710AD16B1C16}" srcOrd="0" destOrd="0" presId="urn:microsoft.com/office/officeart/2005/8/layout/hierarchy1"/>
    <dgm:cxn modelId="{5EDAC4D6-88BD-44D4-B7D1-08C19789A8FB}" type="presParOf" srcId="{7043256F-9ECE-432E-941B-710AD16B1C16}" destId="{FB2A0960-CD54-424D-9FAE-8787F3BE8542}" srcOrd="0" destOrd="0" presId="urn:microsoft.com/office/officeart/2005/8/layout/hierarchy1"/>
    <dgm:cxn modelId="{89783E91-F303-466D-89E0-E6B6227ED480}" type="presParOf" srcId="{7043256F-9ECE-432E-941B-710AD16B1C16}" destId="{84215630-6682-4B53-9697-957F0E56FA2B}" srcOrd="1" destOrd="0" presId="urn:microsoft.com/office/officeart/2005/8/layout/hierarchy1"/>
    <dgm:cxn modelId="{5EE30FC4-08AE-43C8-B653-21CFA4831ED2}" type="presParOf" srcId="{BFC4C192-2835-4979-97C9-7E3657BB3C23}" destId="{37DD4B9D-FB1A-45B6-AF82-BC64DFC534CC}" srcOrd="1" destOrd="0" presId="urn:microsoft.com/office/officeart/2005/8/layout/hierarchy1"/>
    <dgm:cxn modelId="{6D6DD4D3-60B6-4222-9832-8A9EA499192B}" type="presParOf" srcId="{BDB4262D-4496-4C19-B8C8-D59BF6EE1038}" destId="{0046E1FA-8C9F-496A-8307-62B7DE25DA4B}" srcOrd="2" destOrd="0" presId="urn:microsoft.com/office/officeart/2005/8/layout/hierarchy1"/>
    <dgm:cxn modelId="{8B821E1F-8062-41BA-B355-E20E1EEE5C6F}" type="presParOf" srcId="{BDB4262D-4496-4C19-B8C8-D59BF6EE1038}" destId="{3B260F2A-D299-4B07-A750-6E5C88FEF897}" srcOrd="3" destOrd="0" presId="urn:microsoft.com/office/officeart/2005/8/layout/hierarchy1"/>
    <dgm:cxn modelId="{875F91C7-92FB-4B0B-9338-14A18460B576}" type="presParOf" srcId="{3B260F2A-D299-4B07-A750-6E5C88FEF897}" destId="{F3DCEF2B-26EC-4979-ADFB-E63086A198B2}" srcOrd="0" destOrd="0" presId="urn:microsoft.com/office/officeart/2005/8/layout/hierarchy1"/>
    <dgm:cxn modelId="{8ED828F0-D6C0-4B07-94E3-CB11293F2A51}" type="presParOf" srcId="{F3DCEF2B-26EC-4979-ADFB-E63086A198B2}" destId="{CC204C36-98DB-4F72-A754-633347C2412C}" srcOrd="0" destOrd="0" presId="urn:microsoft.com/office/officeart/2005/8/layout/hierarchy1"/>
    <dgm:cxn modelId="{5164A734-9F03-4620-8750-88DB7CF0288C}" type="presParOf" srcId="{F3DCEF2B-26EC-4979-ADFB-E63086A198B2}" destId="{217FEE08-13FB-4CE9-8B12-C91A71061E2F}" srcOrd="1" destOrd="0" presId="urn:microsoft.com/office/officeart/2005/8/layout/hierarchy1"/>
    <dgm:cxn modelId="{40BFB425-6951-4755-9EC8-710A5ECA56C1}" type="presParOf" srcId="{3B260F2A-D299-4B07-A750-6E5C88FEF897}" destId="{66B61542-17DD-4342-B86E-684D9FBD6E6F}" srcOrd="1" destOrd="0" presId="urn:microsoft.com/office/officeart/2005/8/layout/hierarchy1"/>
    <dgm:cxn modelId="{EB8BCBD0-3496-48B9-A699-3BC5E0D11540}" type="presParOf" srcId="{BDB4262D-4496-4C19-B8C8-D59BF6EE1038}" destId="{955BB20E-6331-4BD8-846B-E4242A8CEC34}" srcOrd="4" destOrd="0" presId="urn:microsoft.com/office/officeart/2005/8/layout/hierarchy1"/>
    <dgm:cxn modelId="{D445E1AB-1C22-40D6-B345-0407D0D2F0AA}" type="presParOf" srcId="{BDB4262D-4496-4C19-B8C8-D59BF6EE1038}" destId="{B4BF2ABB-A982-463E-9884-8985058800E1}" srcOrd="5" destOrd="0" presId="urn:microsoft.com/office/officeart/2005/8/layout/hierarchy1"/>
    <dgm:cxn modelId="{51F911DF-DBF9-46E0-9F68-CF7CE79AFC2D}" type="presParOf" srcId="{B4BF2ABB-A982-463E-9884-8985058800E1}" destId="{56E32885-E82C-4314-B9E1-1E5288BC5DFD}" srcOrd="0" destOrd="0" presId="urn:microsoft.com/office/officeart/2005/8/layout/hierarchy1"/>
    <dgm:cxn modelId="{FE465F39-9C76-4F04-B11C-6AB5CFF7DCC8}" type="presParOf" srcId="{56E32885-E82C-4314-B9E1-1E5288BC5DFD}" destId="{ED6953F8-0F0D-4E03-9668-4A3B2657173A}" srcOrd="0" destOrd="0" presId="urn:microsoft.com/office/officeart/2005/8/layout/hierarchy1"/>
    <dgm:cxn modelId="{92A9D7CC-4210-477B-9CC4-41014C6E30D9}" type="presParOf" srcId="{56E32885-E82C-4314-B9E1-1E5288BC5DFD}" destId="{2E5AA594-7FAC-4B18-A4B0-13318FFF3479}" srcOrd="1" destOrd="0" presId="urn:microsoft.com/office/officeart/2005/8/layout/hierarchy1"/>
    <dgm:cxn modelId="{E5FAEABA-E404-4057-B55B-775A41AF21E1}" type="presParOf" srcId="{B4BF2ABB-A982-463E-9884-8985058800E1}" destId="{8065A8CE-B6CA-4C94-B8DF-7EF478A66025}" srcOrd="1" destOrd="0" presId="urn:microsoft.com/office/officeart/2005/8/layout/hierarchy1"/>
    <dgm:cxn modelId="{BDE7B163-CB92-4719-B579-0A87647A6317}" type="presParOf" srcId="{B7951170-846F-4108-9621-52262B432856}" destId="{C4EFCBD7-FA69-47BA-8C86-150A24A9D520}" srcOrd="1" destOrd="0" presId="urn:microsoft.com/office/officeart/2005/8/layout/hierarchy1"/>
    <dgm:cxn modelId="{52438FA7-17B1-4986-BCE3-88FCFA23003F}" type="presParOf" srcId="{C4EFCBD7-FA69-47BA-8C86-150A24A9D520}" destId="{920F59AD-EAF5-4AEB-AC22-58CAEDA55B39}" srcOrd="0" destOrd="0" presId="urn:microsoft.com/office/officeart/2005/8/layout/hierarchy1"/>
    <dgm:cxn modelId="{D3B1C506-C8CC-4065-9D53-20B6D3BC7F92}" type="presParOf" srcId="{920F59AD-EAF5-4AEB-AC22-58CAEDA55B39}" destId="{0DB30C2E-E9CD-4CF0-90D7-9EF8F4DF3A7D}" srcOrd="0" destOrd="0" presId="urn:microsoft.com/office/officeart/2005/8/layout/hierarchy1"/>
    <dgm:cxn modelId="{7580807C-1B3B-48AE-8EC8-A84047F95757}" type="presParOf" srcId="{920F59AD-EAF5-4AEB-AC22-58CAEDA55B39}" destId="{C4EB4178-1313-46C6-BAAB-7C7185E903ED}" srcOrd="1" destOrd="0" presId="urn:microsoft.com/office/officeart/2005/8/layout/hierarchy1"/>
    <dgm:cxn modelId="{657FF5E2-CA73-42BB-A432-60B277794449}" type="presParOf" srcId="{C4EFCBD7-FA69-47BA-8C86-150A24A9D520}" destId="{B0B4932A-7C73-4B31-9E23-E62184CE6003}" srcOrd="1" destOrd="0" presId="urn:microsoft.com/office/officeart/2005/8/layout/hierarchy1"/>
    <dgm:cxn modelId="{7B717B5B-329E-4595-9E7C-A56E5C22890D}" type="presParOf" srcId="{B0B4932A-7C73-4B31-9E23-E62184CE6003}" destId="{96B9035D-A854-4454-AC81-5A860729C01F}" srcOrd="0" destOrd="0" presId="urn:microsoft.com/office/officeart/2005/8/layout/hierarchy1"/>
    <dgm:cxn modelId="{6595431E-9238-4D2B-8FCF-7D9B92D15560}" type="presParOf" srcId="{B0B4932A-7C73-4B31-9E23-E62184CE6003}" destId="{7D055D07-E7E6-4B8A-98D7-073060236561}" srcOrd="1" destOrd="0" presId="urn:microsoft.com/office/officeart/2005/8/layout/hierarchy1"/>
    <dgm:cxn modelId="{9BEAA2BD-6F59-4F65-8C6E-1E3A824595AF}" type="presParOf" srcId="{7D055D07-E7E6-4B8A-98D7-073060236561}" destId="{18CD268C-3283-494F-AD36-E9705EADFC73}" srcOrd="0" destOrd="0" presId="urn:microsoft.com/office/officeart/2005/8/layout/hierarchy1"/>
    <dgm:cxn modelId="{A90FB322-9C96-48DD-93E4-032A4192BAB8}" type="presParOf" srcId="{18CD268C-3283-494F-AD36-E9705EADFC73}" destId="{9A1EDA70-402A-4F36-8EC4-9F76EEF3437C}" srcOrd="0" destOrd="0" presId="urn:microsoft.com/office/officeart/2005/8/layout/hierarchy1"/>
    <dgm:cxn modelId="{A3864180-85D8-4107-948D-0903D4E539ED}" type="presParOf" srcId="{18CD268C-3283-494F-AD36-E9705EADFC73}" destId="{3B84D420-0FC2-4179-A6E4-5A032018C155}" srcOrd="1" destOrd="0" presId="urn:microsoft.com/office/officeart/2005/8/layout/hierarchy1"/>
    <dgm:cxn modelId="{01D906A9-58EF-43EE-B57C-B73384E54B6F}" type="presParOf" srcId="{7D055D07-E7E6-4B8A-98D7-073060236561}" destId="{537FDEF0-F309-48E4-A4E4-3DDA47EEA744}" srcOrd="1" destOrd="0" presId="urn:microsoft.com/office/officeart/2005/8/layout/hierarchy1"/>
    <dgm:cxn modelId="{2BD9BAB1-02D8-4E79-9251-36DA9E90423D}" type="presParOf" srcId="{B0B4932A-7C73-4B31-9E23-E62184CE6003}" destId="{367895D5-FF03-481A-9EE4-F0E896DCE384}" srcOrd="2" destOrd="0" presId="urn:microsoft.com/office/officeart/2005/8/layout/hierarchy1"/>
    <dgm:cxn modelId="{C172A014-376F-41BA-828A-B3EB5068A502}" type="presParOf" srcId="{B0B4932A-7C73-4B31-9E23-E62184CE6003}" destId="{121FD8B4-94F1-4FC3-826C-7CB9D76328C8}" srcOrd="3" destOrd="0" presId="urn:microsoft.com/office/officeart/2005/8/layout/hierarchy1"/>
    <dgm:cxn modelId="{1F6C6D78-12AA-47C6-9CB4-84C0328E9402}" type="presParOf" srcId="{121FD8B4-94F1-4FC3-826C-7CB9D76328C8}" destId="{F28F313D-35B8-4E61-B1C3-10707DEC5C77}" srcOrd="0" destOrd="0" presId="urn:microsoft.com/office/officeart/2005/8/layout/hierarchy1"/>
    <dgm:cxn modelId="{32FC6335-05A4-47DC-9E54-02EC8BC36BDE}" type="presParOf" srcId="{F28F313D-35B8-4E61-B1C3-10707DEC5C77}" destId="{39DB7552-D95B-4E13-A5BB-C3D400ED88F4}" srcOrd="0" destOrd="0" presId="urn:microsoft.com/office/officeart/2005/8/layout/hierarchy1"/>
    <dgm:cxn modelId="{5B66F19D-2C5C-40B0-A259-7E480AC166CD}" type="presParOf" srcId="{F28F313D-35B8-4E61-B1C3-10707DEC5C77}" destId="{4C8D45C8-F1A1-4F54-B80A-2CE2B07F8DE2}" srcOrd="1" destOrd="0" presId="urn:microsoft.com/office/officeart/2005/8/layout/hierarchy1"/>
    <dgm:cxn modelId="{E2E058AA-8C57-4728-A752-07B7937546C8}" type="presParOf" srcId="{121FD8B4-94F1-4FC3-826C-7CB9D76328C8}" destId="{AD91B429-380F-459E-B3F1-78E7D330A61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CE37C68-BE90-4CE8-8FEF-47A90819A173}" type="doc">
      <dgm:prSet loTypeId="urn:microsoft.com/office/officeart/2005/8/layout/hierarchy2" loCatId="hierarchy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56FC5A6-3559-4782-9365-76D0B3034671}">
      <dgm:prSet/>
      <dgm:spPr/>
      <dgm:t>
        <a:bodyPr/>
        <a:lstStyle/>
        <a:p>
          <a:r>
            <a:rPr lang="en-US" b="1" i="0" baseline="0"/>
            <a:t>Reservations:</a:t>
          </a:r>
          <a:r>
            <a:rPr lang="en-US" b="0" i="0" baseline="0"/>
            <a:t> Users can reserve available books (availableQuantity &gt; 0). Backend checks prevent users from reserving books they already have on loan or reserved. Reservations expire after a set period (e.g., 7 days).</a:t>
          </a:r>
          <a:endParaRPr lang="en-US"/>
        </a:p>
      </dgm:t>
    </dgm:pt>
    <dgm:pt modelId="{39235CC2-F91D-4FE0-9CEC-A9717EAE9669}" type="parTrans" cxnId="{95D9D405-2A33-493A-AAD1-65747AAFA754}">
      <dgm:prSet/>
      <dgm:spPr/>
      <dgm:t>
        <a:bodyPr/>
        <a:lstStyle/>
        <a:p>
          <a:endParaRPr lang="en-US"/>
        </a:p>
      </dgm:t>
    </dgm:pt>
    <dgm:pt modelId="{7241132C-9A98-42C0-A581-824BFB8277A9}" type="sibTrans" cxnId="{95D9D405-2A33-493A-AAD1-65747AAFA754}">
      <dgm:prSet/>
      <dgm:spPr/>
      <dgm:t>
        <a:bodyPr/>
        <a:lstStyle/>
        <a:p>
          <a:endParaRPr lang="en-US"/>
        </a:p>
      </dgm:t>
    </dgm:pt>
    <dgm:pt modelId="{BE839B69-1441-4F81-BB16-A6D8C27609D9}">
      <dgm:prSet/>
      <dgm:spPr/>
      <dgm:t>
        <a:bodyPr/>
        <a:lstStyle/>
        <a:p>
          <a:r>
            <a:rPr lang="en-US" b="1" i="0" baseline="0"/>
            <a:t>Loans:</a:t>
          </a:r>
          <a:r>
            <a:rPr lang="en-US" b="0" i="0" baseline="0"/>
            <a:t> Librarians can convert active reservations into loans (marking the reservation 'Completed' and creating a Loan record). Loan returns increment availableQuantity.</a:t>
          </a:r>
          <a:endParaRPr lang="en-US"/>
        </a:p>
      </dgm:t>
    </dgm:pt>
    <dgm:pt modelId="{931F84BC-A9D4-4D65-97BB-779B6D745628}" type="parTrans" cxnId="{7CB90891-BE43-46CA-BACE-78D701954F0D}">
      <dgm:prSet/>
      <dgm:spPr/>
      <dgm:t>
        <a:bodyPr/>
        <a:lstStyle/>
        <a:p>
          <a:endParaRPr lang="en-US"/>
        </a:p>
      </dgm:t>
    </dgm:pt>
    <dgm:pt modelId="{BEC86B5B-8937-45EC-8F6D-0E6F7BAC1A68}" type="sibTrans" cxnId="{7CB90891-BE43-46CA-BACE-78D701954F0D}">
      <dgm:prSet/>
      <dgm:spPr/>
      <dgm:t>
        <a:bodyPr/>
        <a:lstStyle/>
        <a:p>
          <a:endParaRPr lang="en-US"/>
        </a:p>
      </dgm:t>
    </dgm:pt>
    <dgm:pt modelId="{48DA1C2C-8241-4DEE-8792-46183FE03A13}">
      <dgm:prSet/>
      <dgm:spPr/>
      <dgm:t>
        <a:bodyPr/>
        <a:lstStyle/>
        <a:p>
          <a:r>
            <a:rPr lang="en-US" b="1" i="0" baseline="0"/>
            <a:t>Automated Waitlist:</a:t>
          </a:r>
          <a:endParaRPr lang="en-US"/>
        </a:p>
      </dgm:t>
    </dgm:pt>
    <dgm:pt modelId="{FD72E5A0-CE66-4FC9-867F-A0CE0E3CD3E8}" type="parTrans" cxnId="{5EC96DE2-7F03-4D47-9A6F-C3FDA285EA9F}">
      <dgm:prSet/>
      <dgm:spPr/>
      <dgm:t>
        <a:bodyPr/>
        <a:lstStyle/>
        <a:p>
          <a:endParaRPr lang="en-US"/>
        </a:p>
      </dgm:t>
    </dgm:pt>
    <dgm:pt modelId="{029C3791-C654-4EC3-AE61-3E7D33FBFADD}" type="sibTrans" cxnId="{5EC96DE2-7F03-4D47-9A6F-C3FDA285EA9F}">
      <dgm:prSet/>
      <dgm:spPr/>
      <dgm:t>
        <a:bodyPr/>
        <a:lstStyle/>
        <a:p>
          <a:endParaRPr lang="en-US"/>
        </a:p>
      </dgm:t>
    </dgm:pt>
    <dgm:pt modelId="{6A5659D6-1D81-4C39-9340-64D3F9791049}">
      <dgm:prSet/>
      <dgm:spPr/>
      <dgm:t>
        <a:bodyPr/>
        <a:lstStyle/>
        <a:p>
          <a:r>
            <a:rPr lang="en-US" b="0" i="0" baseline="0"/>
            <a:t>If a book has availableQuantity = 0, users can join a waitlist (FIFO based on createdAt).</a:t>
          </a:r>
          <a:endParaRPr lang="en-US"/>
        </a:p>
      </dgm:t>
    </dgm:pt>
    <dgm:pt modelId="{65C63175-C847-4BC8-B1B4-F8C7161A8E27}" type="parTrans" cxnId="{9D434466-ED56-44DF-B237-9D04A2C72694}">
      <dgm:prSet/>
      <dgm:spPr/>
      <dgm:t>
        <a:bodyPr/>
        <a:lstStyle/>
        <a:p>
          <a:endParaRPr lang="en-US"/>
        </a:p>
      </dgm:t>
    </dgm:pt>
    <dgm:pt modelId="{B8D09A9C-47B0-41A3-9B44-BBB54065B251}" type="sibTrans" cxnId="{9D434466-ED56-44DF-B237-9D04A2C72694}">
      <dgm:prSet/>
      <dgm:spPr/>
      <dgm:t>
        <a:bodyPr/>
        <a:lstStyle/>
        <a:p>
          <a:endParaRPr lang="en-US"/>
        </a:p>
      </dgm:t>
    </dgm:pt>
    <dgm:pt modelId="{4BAAE184-B79B-4D05-981D-E4C03CF63E20}">
      <dgm:prSet/>
      <dgm:spPr/>
      <dgm:t>
        <a:bodyPr/>
        <a:lstStyle/>
        <a:p>
          <a:r>
            <a:rPr lang="en-US" b="0" i="0" baseline="0"/>
            <a:t>Backend checks prevent joining if user already has the book loaned, reserved, or is already on the waitlist.</a:t>
          </a:r>
          <a:endParaRPr lang="en-US"/>
        </a:p>
      </dgm:t>
    </dgm:pt>
    <dgm:pt modelId="{42F0E2F7-233D-4395-B195-C898B748A569}" type="parTrans" cxnId="{23490190-30DF-4C44-B945-91A569E7573A}">
      <dgm:prSet/>
      <dgm:spPr/>
      <dgm:t>
        <a:bodyPr/>
        <a:lstStyle/>
        <a:p>
          <a:endParaRPr lang="en-US"/>
        </a:p>
      </dgm:t>
    </dgm:pt>
    <dgm:pt modelId="{27381AFD-6D63-4FC4-802B-AE9011E2DA25}" type="sibTrans" cxnId="{23490190-30DF-4C44-B945-91A569E7573A}">
      <dgm:prSet/>
      <dgm:spPr/>
      <dgm:t>
        <a:bodyPr/>
        <a:lstStyle/>
        <a:p>
          <a:endParaRPr lang="en-US"/>
        </a:p>
      </dgm:t>
    </dgm:pt>
    <dgm:pt modelId="{84EB2138-B9D7-4FA8-A616-CD37BD501D46}">
      <dgm:prSet/>
      <dgm:spPr/>
      <dgm:t>
        <a:bodyPr/>
        <a:lstStyle/>
        <a:p>
          <a:r>
            <a:rPr lang="en-US" b="1" i="0" baseline="0" dirty="0"/>
            <a:t>Key Feature:</a:t>
          </a:r>
          <a:r>
            <a:rPr lang="en-US" b="0" i="0" baseline="0" dirty="0"/>
            <a:t> When a loan is returned or a reservation is cancelled/expires, backend logic automatically checks the waitlist for that book. If users are waiting, the first user is removed from the waitlist and automatically granted an active reservation.</a:t>
          </a:r>
          <a:endParaRPr lang="en-US" dirty="0"/>
        </a:p>
      </dgm:t>
    </dgm:pt>
    <dgm:pt modelId="{782481B9-E25E-405F-8F5D-58145D8F7134}" type="parTrans" cxnId="{D3ECEFCB-F89E-48A4-BA42-3B59AB38BADA}">
      <dgm:prSet/>
      <dgm:spPr/>
      <dgm:t>
        <a:bodyPr/>
        <a:lstStyle/>
        <a:p>
          <a:endParaRPr lang="en-US"/>
        </a:p>
      </dgm:t>
    </dgm:pt>
    <dgm:pt modelId="{04B7527C-0B96-4798-9009-FA9DA9A38E29}" type="sibTrans" cxnId="{D3ECEFCB-F89E-48A4-BA42-3B59AB38BADA}">
      <dgm:prSet/>
      <dgm:spPr/>
      <dgm:t>
        <a:bodyPr/>
        <a:lstStyle/>
        <a:p>
          <a:endParaRPr lang="en-US"/>
        </a:p>
      </dgm:t>
    </dgm:pt>
    <dgm:pt modelId="{E7A97EB5-DE4A-41AC-A1C8-FB09060A5282}" type="pres">
      <dgm:prSet presAssocID="{6CE37C68-BE90-4CE8-8FEF-47A90819A17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EBE004F-0F41-4134-BE11-3B0778B340EF}" type="pres">
      <dgm:prSet presAssocID="{456FC5A6-3559-4782-9365-76D0B3034671}" presName="root1" presStyleCnt="0"/>
      <dgm:spPr/>
    </dgm:pt>
    <dgm:pt modelId="{B8E1F562-E6A7-4278-ABAF-C19473281115}" type="pres">
      <dgm:prSet presAssocID="{456FC5A6-3559-4782-9365-76D0B3034671}" presName="LevelOneTextNode" presStyleLbl="node0" presStyleIdx="0" presStyleCnt="3">
        <dgm:presLayoutVars>
          <dgm:chPref val="3"/>
        </dgm:presLayoutVars>
      </dgm:prSet>
      <dgm:spPr/>
    </dgm:pt>
    <dgm:pt modelId="{E5059E51-C553-4598-AA32-A5086D5A7726}" type="pres">
      <dgm:prSet presAssocID="{456FC5A6-3559-4782-9365-76D0B3034671}" presName="level2hierChild" presStyleCnt="0"/>
      <dgm:spPr/>
    </dgm:pt>
    <dgm:pt modelId="{AA0818A7-DE7D-4543-93EC-A023AC77687A}" type="pres">
      <dgm:prSet presAssocID="{BE839B69-1441-4F81-BB16-A6D8C27609D9}" presName="root1" presStyleCnt="0"/>
      <dgm:spPr/>
    </dgm:pt>
    <dgm:pt modelId="{2871A961-F943-4C77-920F-8564460C633B}" type="pres">
      <dgm:prSet presAssocID="{BE839B69-1441-4F81-BB16-A6D8C27609D9}" presName="LevelOneTextNode" presStyleLbl="node0" presStyleIdx="1" presStyleCnt="3">
        <dgm:presLayoutVars>
          <dgm:chPref val="3"/>
        </dgm:presLayoutVars>
      </dgm:prSet>
      <dgm:spPr/>
    </dgm:pt>
    <dgm:pt modelId="{78F8036B-49A9-4965-BA1E-74AE43224EAB}" type="pres">
      <dgm:prSet presAssocID="{BE839B69-1441-4F81-BB16-A6D8C27609D9}" presName="level2hierChild" presStyleCnt="0"/>
      <dgm:spPr/>
    </dgm:pt>
    <dgm:pt modelId="{C29829C9-786D-4473-ADFD-3C34FBF056A0}" type="pres">
      <dgm:prSet presAssocID="{48DA1C2C-8241-4DEE-8792-46183FE03A13}" presName="root1" presStyleCnt="0"/>
      <dgm:spPr/>
    </dgm:pt>
    <dgm:pt modelId="{3D4E938C-1A80-4561-8E09-62307135A54D}" type="pres">
      <dgm:prSet presAssocID="{48DA1C2C-8241-4DEE-8792-46183FE03A13}" presName="LevelOneTextNode" presStyleLbl="node0" presStyleIdx="2" presStyleCnt="3">
        <dgm:presLayoutVars>
          <dgm:chPref val="3"/>
        </dgm:presLayoutVars>
      </dgm:prSet>
      <dgm:spPr/>
    </dgm:pt>
    <dgm:pt modelId="{F1830291-293F-4672-94AC-07EE7148E725}" type="pres">
      <dgm:prSet presAssocID="{48DA1C2C-8241-4DEE-8792-46183FE03A13}" presName="level2hierChild" presStyleCnt="0"/>
      <dgm:spPr/>
    </dgm:pt>
    <dgm:pt modelId="{461ACA9A-0C8D-425C-9447-806FB919AB56}" type="pres">
      <dgm:prSet presAssocID="{65C63175-C847-4BC8-B1B4-F8C7161A8E27}" presName="conn2-1" presStyleLbl="parChTrans1D2" presStyleIdx="0" presStyleCnt="3"/>
      <dgm:spPr/>
    </dgm:pt>
    <dgm:pt modelId="{7130E42D-C056-4DBF-ACD0-40B45FDE53DC}" type="pres">
      <dgm:prSet presAssocID="{65C63175-C847-4BC8-B1B4-F8C7161A8E27}" presName="connTx" presStyleLbl="parChTrans1D2" presStyleIdx="0" presStyleCnt="3"/>
      <dgm:spPr/>
    </dgm:pt>
    <dgm:pt modelId="{1CA2CE6A-2235-44C7-B754-17B3233FC364}" type="pres">
      <dgm:prSet presAssocID="{6A5659D6-1D81-4C39-9340-64D3F9791049}" presName="root2" presStyleCnt="0"/>
      <dgm:spPr/>
    </dgm:pt>
    <dgm:pt modelId="{31BCE2B1-FB6E-437D-B8AE-EB254D5F0892}" type="pres">
      <dgm:prSet presAssocID="{6A5659D6-1D81-4C39-9340-64D3F9791049}" presName="LevelTwoTextNode" presStyleLbl="node2" presStyleIdx="0" presStyleCnt="3">
        <dgm:presLayoutVars>
          <dgm:chPref val="3"/>
        </dgm:presLayoutVars>
      </dgm:prSet>
      <dgm:spPr/>
    </dgm:pt>
    <dgm:pt modelId="{A97333AE-C0FB-4678-9CE6-4A5EB27A403A}" type="pres">
      <dgm:prSet presAssocID="{6A5659D6-1D81-4C39-9340-64D3F9791049}" presName="level3hierChild" presStyleCnt="0"/>
      <dgm:spPr/>
    </dgm:pt>
    <dgm:pt modelId="{248E928E-7267-401E-937A-684587761598}" type="pres">
      <dgm:prSet presAssocID="{42F0E2F7-233D-4395-B195-C898B748A569}" presName="conn2-1" presStyleLbl="parChTrans1D2" presStyleIdx="1" presStyleCnt="3"/>
      <dgm:spPr/>
    </dgm:pt>
    <dgm:pt modelId="{B91B544A-6E0C-406C-A56F-4E0676A1234A}" type="pres">
      <dgm:prSet presAssocID="{42F0E2F7-233D-4395-B195-C898B748A569}" presName="connTx" presStyleLbl="parChTrans1D2" presStyleIdx="1" presStyleCnt="3"/>
      <dgm:spPr/>
    </dgm:pt>
    <dgm:pt modelId="{DDE61FCB-5C62-4D82-9AF4-D9EC27EF5F75}" type="pres">
      <dgm:prSet presAssocID="{4BAAE184-B79B-4D05-981D-E4C03CF63E20}" presName="root2" presStyleCnt="0"/>
      <dgm:spPr/>
    </dgm:pt>
    <dgm:pt modelId="{AF79DFBB-11D2-48CD-98B7-77EA6B57E0E9}" type="pres">
      <dgm:prSet presAssocID="{4BAAE184-B79B-4D05-981D-E4C03CF63E20}" presName="LevelTwoTextNode" presStyleLbl="node2" presStyleIdx="1" presStyleCnt="3">
        <dgm:presLayoutVars>
          <dgm:chPref val="3"/>
        </dgm:presLayoutVars>
      </dgm:prSet>
      <dgm:spPr/>
    </dgm:pt>
    <dgm:pt modelId="{8F35508B-8ECA-4B6A-AB26-C3BD2BFB96C5}" type="pres">
      <dgm:prSet presAssocID="{4BAAE184-B79B-4D05-981D-E4C03CF63E20}" presName="level3hierChild" presStyleCnt="0"/>
      <dgm:spPr/>
    </dgm:pt>
    <dgm:pt modelId="{771E558C-B329-4B8E-AD84-45AD4CFF0191}" type="pres">
      <dgm:prSet presAssocID="{782481B9-E25E-405F-8F5D-58145D8F7134}" presName="conn2-1" presStyleLbl="parChTrans1D2" presStyleIdx="2" presStyleCnt="3"/>
      <dgm:spPr/>
    </dgm:pt>
    <dgm:pt modelId="{B42A1070-1E50-4085-937F-59B1721FD274}" type="pres">
      <dgm:prSet presAssocID="{782481B9-E25E-405F-8F5D-58145D8F7134}" presName="connTx" presStyleLbl="parChTrans1D2" presStyleIdx="2" presStyleCnt="3"/>
      <dgm:spPr/>
    </dgm:pt>
    <dgm:pt modelId="{199F1362-7334-4829-8C84-E6C68C1C9977}" type="pres">
      <dgm:prSet presAssocID="{84EB2138-B9D7-4FA8-A616-CD37BD501D46}" presName="root2" presStyleCnt="0"/>
      <dgm:spPr/>
    </dgm:pt>
    <dgm:pt modelId="{214C470B-8ED7-403F-94D6-E9746A6BEA8F}" type="pres">
      <dgm:prSet presAssocID="{84EB2138-B9D7-4FA8-A616-CD37BD501D46}" presName="LevelTwoTextNode" presStyleLbl="node2" presStyleIdx="2" presStyleCnt="3">
        <dgm:presLayoutVars>
          <dgm:chPref val="3"/>
        </dgm:presLayoutVars>
      </dgm:prSet>
      <dgm:spPr/>
    </dgm:pt>
    <dgm:pt modelId="{2CBB22F6-FF77-40BA-885A-34CB219E0955}" type="pres">
      <dgm:prSet presAssocID="{84EB2138-B9D7-4FA8-A616-CD37BD501D46}" presName="level3hierChild" presStyleCnt="0"/>
      <dgm:spPr/>
    </dgm:pt>
  </dgm:ptLst>
  <dgm:cxnLst>
    <dgm:cxn modelId="{95D9D405-2A33-493A-AAD1-65747AAFA754}" srcId="{6CE37C68-BE90-4CE8-8FEF-47A90819A173}" destId="{456FC5A6-3559-4782-9365-76D0B3034671}" srcOrd="0" destOrd="0" parTransId="{39235CC2-F91D-4FE0-9CEC-A9717EAE9669}" sibTransId="{7241132C-9A98-42C0-A581-824BFB8277A9}"/>
    <dgm:cxn modelId="{C0CF9F09-10B7-43BF-896F-F993A8D24113}" type="presOf" srcId="{65C63175-C847-4BC8-B1B4-F8C7161A8E27}" destId="{7130E42D-C056-4DBF-ACD0-40B45FDE53DC}" srcOrd="1" destOrd="0" presId="urn:microsoft.com/office/officeart/2005/8/layout/hierarchy2"/>
    <dgm:cxn modelId="{FC47380C-3962-4209-A7CB-5202080E8C55}" type="presOf" srcId="{6CE37C68-BE90-4CE8-8FEF-47A90819A173}" destId="{E7A97EB5-DE4A-41AC-A1C8-FB09060A5282}" srcOrd="0" destOrd="0" presId="urn:microsoft.com/office/officeart/2005/8/layout/hierarchy2"/>
    <dgm:cxn modelId="{0EC82024-CF63-42A4-889A-928EE6CBB1AA}" type="presOf" srcId="{42F0E2F7-233D-4395-B195-C898B748A569}" destId="{248E928E-7267-401E-937A-684587761598}" srcOrd="0" destOrd="0" presId="urn:microsoft.com/office/officeart/2005/8/layout/hierarchy2"/>
    <dgm:cxn modelId="{9C868A3B-6BB9-4FB5-8B49-F1B504CC91D7}" type="presOf" srcId="{782481B9-E25E-405F-8F5D-58145D8F7134}" destId="{771E558C-B329-4B8E-AD84-45AD4CFF0191}" srcOrd="0" destOrd="0" presId="urn:microsoft.com/office/officeart/2005/8/layout/hierarchy2"/>
    <dgm:cxn modelId="{D2948C42-C416-4D8A-9E69-4D384109BB51}" type="presOf" srcId="{42F0E2F7-233D-4395-B195-C898B748A569}" destId="{B91B544A-6E0C-406C-A56F-4E0676A1234A}" srcOrd="1" destOrd="0" presId="urn:microsoft.com/office/officeart/2005/8/layout/hierarchy2"/>
    <dgm:cxn modelId="{9D434466-ED56-44DF-B237-9D04A2C72694}" srcId="{48DA1C2C-8241-4DEE-8792-46183FE03A13}" destId="{6A5659D6-1D81-4C39-9340-64D3F9791049}" srcOrd="0" destOrd="0" parTransId="{65C63175-C847-4BC8-B1B4-F8C7161A8E27}" sibTransId="{B8D09A9C-47B0-41A3-9B44-BBB54065B251}"/>
    <dgm:cxn modelId="{8B9C0783-3412-4514-8ED8-4C0A136CB55D}" type="presOf" srcId="{84EB2138-B9D7-4FA8-A616-CD37BD501D46}" destId="{214C470B-8ED7-403F-94D6-E9746A6BEA8F}" srcOrd="0" destOrd="0" presId="urn:microsoft.com/office/officeart/2005/8/layout/hierarchy2"/>
    <dgm:cxn modelId="{CD65BE84-0CDC-4089-80A9-0E993E62D3E1}" type="presOf" srcId="{65C63175-C847-4BC8-B1B4-F8C7161A8E27}" destId="{461ACA9A-0C8D-425C-9447-806FB919AB56}" srcOrd="0" destOrd="0" presId="urn:microsoft.com/office/officeart/2005/8/layout/hierarchy2"/>
    <dgm:cxn modelId="{DB543E89-A669-4FD7-A3BB-7BC1695493A0}" type="presOf" srcId="{456FC5A6-3559-4782-9365-76D0B3034671}" destId="{B8E1F562-E6A7-4278-ABAF-C19473281115}" srcOrd="0" destOrd="0" presId="urn:microsoft.com/office/officeart/2005/8/layout/hierarchy2"/>
    <dgm:cxn modelId="{502E968E-8CD3-403F-A811-098F6956FBAF}" type="presOf" srcId="{BE839B69-1441-4F81-BB16-A6D8C27609D9}" destId="{2871A961-F943-4C77-920F-8564460C633B}" srcOrd="0" destOrd="0" presId="urn:microsoft.com/office/officeart/2005/8/layout/hierarchy2"/>
    <dgm:cxn modelId="{23490190-30DF-4C44-B945-91A569E7573A}" srcId="{48DA1C2C-8241-4DEE-8792-46183FE03A13}" destId="{4BAAE184-B79B-4D05-981D-E4C03CF63E20}" srcOrd="1" destOrd="0" parTransId="{42F0E2F7-233D-4395-B195-C898B748A569}" sibTransId="{27381AFD-6D63-4FC4-802B-AE9011E2DA25}"/>
    <dgm:cxn modelId="{7CB90891-BE43-46CA-BACE-78D701954F0D}" srcId="{6CE37C68-BE90-4CE8-8FEF-47A90819A173}" destId="{BE839B69-1441-4F81-BB16-A6D8C27609D9}" srcOrd="1" destOrd="0" parTransId="{931F84BC-A9D4-4D65-97BB-779B6D745628}" sibTransId="{BEC86B5B-8937-45EC-8F6D-0E6F7BAC1A68}"/>
    <dgm:cxn modelId="{C67DB0AA-6F81-4413-9556-EE21F838F953}" type="presOf" srcId="{48DA1C2C-8241-4DEE-8792-46183FE03A13}" destId="{3D4E938C-1A80-4561-8E09-62307135A54D}" srcOrd="0" destOrd="0" presId="urn:microsoft.com/office/officeart/2005/8/layout/hierarchy2"/>
    <dgm:cxn modelId="{D3ECEFCB-F89E-48A4-BA42-3B59AB38BADA}" srcId="{48DA1C2C-8241-4DEE-8792-46183FE03A13}" destId="{84EB2138-B9D7-4FA8-A616-CD37BD501D46}" srcOrd="2" destOrd="0" parTransId="{782481B9-E25E-405F-8F5D-58145D8F7134}" sibTransId="{04B7527C-0B96-4798-9009-FA9DA9A38E29}"/>
    <dgm:cxn modelId="{5EC96DE2-7F03-4D47-9A6F-C3FDA285EA9F}" srcId="{6CE37C68-BE90-4CE8-8FEF-47A90819A173}" destId="{48DA1C2C-8241-4DEE-8792-46183FE03A13}" srcOrd="2" destOrd="0" parTransId="{FD72E5A0-CE66-4FC9-867F-A0CE0E3CD3E8}" sibTransId="{029C3791-C654-4EC3-AE61-3E7D33FBFADD}"/>
    <dgm:cxn modelId="{684B22E7-CB07-4051-9101-DC61ADC8675D}" type="presOf" srcId="{782481B9-E25E-405F-8F5D-58145D8F7134}" destId="{B42A1070-1E50-4085-937F-59B1721FD274}" srcOrd="1" destOrd="0" presId="urn:microsoft.com/office/officeart/2005/8/layout/hierarchy2"/>
    <dgm:cxn modelId="{62E0C2FD-5923-43BC-BF03-230E35194F08}" type="presOf" srcId="{6A5659D6-1D81-4C39-9340-64D3F9791049}" destId="{31BCE2B1-FB6E-437D-B8AE-EB254D5F0892}" srcOrd="0" destOrd="0" presId="urn:microsoft.com/office/officeart/2005/8/layout/hierarchy2"/>
    <dgm:cxn modelId="{190292FE-440F-4401-BD2A-26ED455890E7}" type="presOf" srcId="{4BAAE184-B79B-4D05-981D-E4C03CF63E20}" destId="{AF79DFBB-11D2-48CD-98B7-77EA6B57E0E9}" srcOrd="0" destOrd="0" presId="urn:microsoft.com/office/officeart/2005/8/layout/hierarchy2"/>
    <dgm:cxn modelId="{974D0107-A623-4E54-9077-0769DE72CFCA}" type="presParOf" srcId="{E7A97EB5-DE4A-41AC-A1C8-FB09060A5282}" destId="{1EBE004F-0F41-4134-BE11-3B0778B340EF}" srcOrd="0" destOrd="0" presId="urn:microsoft.com/office/officeart/2005/8/layout/hierarchy2"/>
    <dgm:cxn modelId="{115D5D58-66D9-4542-923F-1F402CBC63FC}" type="presParOf" srcId="{1EBE004F-0F41-4134-BE11-3B0778B340EF}" destId="{B8E1F562-E6A7-4278-ABAF-C19473281115}" srcOrd="0" destOrd="0" presId="urn:microsoft.com/office/officeart/2005/8/layout/hierarchy2"/>
    <dgm:cxn modelId="{40408E39-9D9C-4ACB-B032-26C9682D394B}" type="presParOf" srcId="{1EBE004F-0F41-4134-BE11-3B0778B340EF}" destId="{E5059E51-C553-4598-AA32-A5086D5A7726}" srcOrd="1" destOrd="0" presId="urn:microsoft.com/office/officeart/2005/8/layout/hierarchy2"/>
    <dgm:cxn modelId="{BC62D0DA-6511-4CA9-B9D4-2E16083929DA}" type="presParOf" srcId="{E7A97EB5-DE4A-41AC-A1C8-FB09060A5282}" destId="{AA0818A7-DE7D-4543-93EC-A023AC77687A}" srcOrd="1" destOrd="0" presId="urn:microsoft.com/office/officeart/2005/8/layout/hierarchy2"/>
    <dgm:cxn modelId="{0CC09E73-B657-49B9-969E-8F2DAC795765}" type="presParOf" srcId="{AA0818A7-DE7D-4543-93EC-A023AC77687A}" destId="{2871A961-F943-4C77-920F-8564460C633B}" srcOrd="0" destOrd="0" presId="urn:microsoft.com/office/officeart/2005/8/layout/hierarchy2"/>
    <dgm:cxn modelId="{5F61D902-AC7E-42DD-AC75-AD285FD11848}" type="presParOf" srcId="{AA0818A7-DE7D-4543-93EC-A023AC77687A}" destId="{78F8036B-49A9-4965-BA1E-74AE43224EAB}" srcOrd="1" destOrd="0" presId="urn:microsoft.com/office/officeart/2005/8/layout/hierarchy2"/>
    <dgm:cxn modelId="{C7A4147C-D3EE-4993-BD0F-0325B10919DE}" type="presParOf" srcId="{E7A97EB5-DE4A-41AC-A1C8-FB09060A5282}" destId="{C29829C9-786D-4473-ADFD-3C34FBF056A0}" srcOrd="2" destOrd="0" presId="urn:microsoft.com/office/officeart/2005/8/layout/hierarchy2"/>
    <dgm:cxn modelId="{07B87E86-2135-45BD-98A9-0F641D00C0B6}" type="presParOf" srcId="{C29829C9-786D-4473-ADFD-3C34FBF056A0}" destId="{3D4E938C-1A80-4561-8E09-62307135A54D}" srcOrd="0" destOrd="0" presId="urn:microsoft.com/office/officeart/2005/8/layout/hierarchy2"/>
    <dgm:cxn modelId="{4CCC2004-0F8B-4585-87A5-7C0DA1BCF09F}" type="presParOf" srcId="{C29829C9-786D-4473-ADFD-3C34FBF056A0}" destId="{F1830291-293F-4672-94AC-07EE7148E725}" srcOrd="1" destOrd="0" presId="urn:microsoft.com/office/officeart/2005/8/layout/hierarchy2"/>
    <dgm:cxn modelId="{0CA0B381-810F-4113-A8DF-65A118AD9927}" type="presParOf" srcId="{F1830291-293F-4672-94AC-07EE7148E725}" destId="{461ACA9A-0C8D-425C-9447-806FB919AB56}" srcOrd="0" destOrd="0" presId="urn:microsoft.com/office/officeart/2005/8/layout/hierarchy2"/>
    <dgm:cxn modelId="{1ACBD408-E6B6-499F-B48C-8E46AA8329B8}" type="presParOf" srcId="{461ACA9A-0C8D-425C-9447-806FB919AB56}" destId="{7130E42D-C056-4DBF-ACD0-40B45FDE53DC}" srcOrd="0" destOrd="0" presId="urn:microsoft.com/office/officeart/2005/8/layout/hierarchy2"/>
    <dgm:cxn modelId="{CBF73910-154A-4104-A8B1-977D6FA4D093}" type="presParOf" srcId="{F1830291-293F-4672-94AC-07EE7148E725}" destId="{1CA2CE6A-2235-44C7-B754-17B3233FC364}" srcOrd="1" destOrd="0" presId="urn:microsoft.com/office/officeart/2005/8/layout/hierarchy2"/>
    <dgm:cxn modelId="{4D143384-47EC-44D6-8B7A-B56E11E50D22}" type="presParOf" srcId="{1CA2CE6A-2235-44C7-B754-17B3233FC364}" destId="{31BCE2B1-FB6E-437D-B8AE-EB254D5F0892}" srcOrd="0" destOrd="0" presId="urn:microsoft.com/office/officeart/2005/8/layout/hierarchy2"/>
    <dgm:cxn modelId="{16AB9E31-8D93-4BE4-B23A-4E0D58E42744}" type="presParOf" srcId="{1CA2CE6A-2235-44C7-B754-17B3233FC364}" destId="{A97333AE-C0FB-4678-9CE6-4A5EB27A403A}" srcOrd="1" destOrd="0" presId="urn:microsoft.com/office/officeart/2005/8/layout/hierarchy2"/>
    <dgm:cxn modelId="{E8509D58-CD51-4571-A01A-92151F5B3110}" type="presParOf" srcId="{F1830291-293F-4672-94AC-07EE7148E725}" destId="{248E928E-7267-401E-937A-684587761598}" srcOrd="2" destOrd="0" presId="urn:microsoft.com/office/officeart/2005/8/layout/hierarchy2"/>
    <dgm:cxn modelId="{759CDFC6-697B-4F0B-95DF-2AA151BBF5DE}" type="presParOf" srcId="{248E928E-7267-401E-937A-684587761598}" destId="{B91B544A-6E0C-406C-A56F-4E0676A1234A}" srcOrd="0" destOrd="0" presId="urn:microsoft.com/office/officeart/2005/8/layout/hierarchy2"/>
    <dgm:cxn modelId="{0B34ECF8-6BAB-47AB-A908-1A6A3946B1EF}" type="presParOf" srcId="{F1830291-293F-4672-94AC-07EE7148E725}" destId="{DDE61FCB-5C62-4D82-9AF4-D9EC27EF5F75}" srcOrd="3" destOrd="0" presId="urn:microsoft.com/office/officeart/2005/8/layout/hierarchy2"/>
    <dgm:cxn modelId="{F5F92E17-A1B6-4BF4-99D5-B798774F688B}" type="presParOf" srcId="{DDE61FCB-5C62-4D82-9AF4-D9EC27EF5F75}" destId="{AF79DFBB-11D2-48CD-98B7-77EA6B57E0E9}" srcOrd="0" destOrd="0" presId="urn:microsoft.com/office/officeart/2005/8/layout/hierarchy2"/>
    <dgm:cxn modelId="{CFA0A4BF-C0E0-42A5-A700-0245D9620AC7}" type="presParOf" srcId="{DDE61FCB-5C62-4D82-9AF4-D9EC27EF5F75}" destId="{8F35508B-8ECA-4B6A-AB26-C3BD2BFB96C5}" srcOrd="1" destOrd="0" presId="urn:microsoft.com/office/officeart/2005/8/layout/hierarchy2"/>
    <dgm:cxn modelId="{21D1015A-37D9-415B-9C90-8B62EC7097CF}" type="presParOf" srcId="{F1830291-293F-4672-94AC-07EE7148E725}" destId="{771E558C-B329-4B8E-AD84-45AD4CFF0191}" srcOrd="4" destOrd="0" presId="urn:microsoft.com/office/officeart/2005/8/layout/hierarchy2"/>
    <dgm:cxn modelId="{EB2A7F81-9AE9-4B29-9AB4-E3575108192F}" type="presParOf" srcId="{771E558C-B329-4B8E-AD84-45AD4CFF0191}" destId="{B42A1070-1E50-4085-937F-59B1721FD274}" srcOrd="0" destOrd="0" presId="urn:microsoft.com/office/officeart/2005/8/layout/hierarchy2"/>
    <dgm:cxn modelId="{3F7B2243-933F-4905-BC55-5D6141B80D28}" type="presParOf" srcId="{F1830291-293F-4672-94AC-07EE7148E725}" destId="{199F1362-7334-4829-8C84-E6C68C1C9977}" srcOrd="5" destOrd="0" presId="urn:microsoft.com/office/officeart/2005/8/layout/hierarchy2"/>
    <dgm:cxn modelId="{76CAAF22-B729-48A5-AF60-213574C13A4A}" type="presParOf" srcId="{199F1362-7334-4829-8C84-E6C68C1C9977}" destId="{214C470B-8ED7-403F-94D6-E9746A6BEA8F}" srcOrd="0" destOrd="0" presId="urn:microsoft.com/office/officeart/2005/8/layout/hierarchy2"/>
    <dgm:cxn modelId="{2ECE2828-1C14-4734-ADB2-64D1D010E424}" type="presParOf" srcId="{199F1362-7334-4829-8C84-E6C68C1C9977}" destId="{2CBB22F6-FF77-40BA-885A-34CB219E095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DC1D99C-2D4E-4D91-ABED-6391A8C8FC0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9EAC537-8E53-4884-9514-E4E98B44C572}">
      <dgm:prSet/>
      <dgm:spPr/>
      <dgm:t>
        <a:bodyPr/>
        <a:lstStyle/>
        <a:p>
          <a:r>
            <a:rPr lang="en-US" b="1"/>
            <a:t>Key Metrics Displayed:</a:t>
          </a:r>
          <a:endParaRPr lang="en-US"/>
        </a:p>
      </dgm:t>
    </dgm:pt>
    <dgm:pt modelId="{F388EC32-1ABE-4DB3-9418-235406BE63AB}" type="parTrans" cxnId="{6B9A66BB-D04A-418F-A3EF-EB6F9908BF1D}">
      <dgm:prSet/>
      <dgm:spPr/>
      <dgm:t>
        <a:bodyPr/>
        <a:lstStyle/>
        <a:p>
          <a:endParaRPr lang="en-US"/>
        </a:p>
      </dgm:t>
    </dgm:pt>
    <dgm:pt modelId="{146B3C3F-10B5-49BD-8E28-5FE2630785A0}" type="sibTrans" cxnId="{6B9A66BB-D04A-418F-A3EF-EB6F9908BF1D}">
      <dgm:prSet/>
      <dgm:spPr/>
      <dgm:t>
        <a:bodyPr/>
        <a:lstStyle/>
        <a:p>
          <a:endParaRPr lang="en-US"/>
        </a:p>
      </dgm:t>
    </dgm:pt>
    <dgm:pt modelId="{F52B590E-C746-4E7E-84F5-474BC69C83A8}">
      <dgm:prSet/>
      <dgm:spPr/>
      <dgm:t>
        <a:bodyPr/>
        <a:lstStyle/>
        <a:p>
          <a:r>
            <a:rPr lang="en-US" b="1"/>
            <a:t>Top Books:</a:t>
          </a:r>
          <a:r>
            <a:rPr lang="en-US"/>
            <a:t> Lists of most loaned, reserved, and viewed books within selected timeframes.</a:t>
          </a:r>
        </a:p>
      </dgm:t>
    </dgm:pt>
    <dgm:pt modelId="{83CF02AE-4029-4D96-A244-5D9F921D8E03}" type="parTrans" cxnId="{D78F46BA-7F74-4CFF-9EE3-68705B0D5D53}">
      <dgm:prSet/>
      <dgm:spPr/>
      <dgm:t>
        <a:bodyPr/>
        <a:lstStyle/>
        <a:p>
          <a:endParaRPr lang="en-US"/>
        </a:p>
      </dgm:t>
    </dgm:pt>
    <dgm:pt modelId="{7DFF2E12-FDA5-4D21-A7A9-C532E0BF9028}" type="sibTrans" cxnId="{D78F46BA-7F74-4CFF-9EE3-68705B0D5D53}">
      <dgm:prSet/>
      <dgm:spPr/>
      <dgm:t>
        <a:bodyPr/>
        <a:lstStyle/>
        <a:p>
          <a:endParaRPr lang="en-US"/>
        </a:p>
      </dgm:t>
    </dgm:pt>
    <dgm:pt modelId="{BF4062EE-FA87-466E-B7E3-F78D464C479D}">
      <dgm:prSet/>
      <dgm:spPr/>
      <dgm:t>
        <a:bodyPr/>
        <a:lstStyle/>
        <a:p>
          <a:r>
            <a:rPr lang="en-US" b="1"/>
            <a:t>Activity Trends:</a:t>
          </a:r>
          <a:r>
            <a:rPr lang="en-US"/>
            <a:t> Charts showing daily/weekly/monthly counts of loans, reservations, and views over time.</a:t>
          </a:r>
        </a:p>
      </dgm:t>
    </dgm:pt>
    <dgm:pt modelId="{F2CFE25F-A56C-49AA-97C2-EF60C7BA9184}" type="parTrans" cxnId="{AED4086B-BF29-4928-A3F5-C2767B9B5F89}">
      <dgm:prSet/>
      <dgm:spPr/>
      <dgm:t>
        <a:bodyPr/>
        <a:lstStyle/>
        <a:p>
          <a:endParaRPr lang="en-US"/>
        </a:p>
      </dgm:t>
    </dgm:pt>
    <dgm:pt modelId="{D4AB3CF8-89E7-457E-B1EC-ABE654900846}" type="sibTrans" cxnId="{AED4086B-BF29-4928-A3F5-C2767B9B5F89}">
      <dgm:prSet/>
      <dgm:spPr/>
      <dgm:t>
        <a:bodyPr/>
        <a:lstStyle/>
        <a:p>
          <a:endParaRPr lang="en-US"/>
        </a:p>
      </dgm:t>
    </dgm:pt>
    <dgm:pt modelId="{2407A3CE-FE5E-4067-9306-5D70C21B2884}">
      <dgm:prSet/>
      <dgm:spPr/>
      <dgm:t>
        <a:bodyPr/>
        <a:lstStyle/>
        <a:p>
          <a:r>
            <a:rPr lang="en-US" b="1"/>
            <a:t>Demand Analysis:</a:t>
          </a:r>
          <a:r>
            <a:rPr lang="en-US"/>
            <a:t> Highlights books with active waitlists and flags books potentially needing more copies based on availability, waitlist/reservation pressure, and recent view activity ("High Demand Indicators").</a:t>
          </a:r>
        </a:p>
      </dgm:t>
    </dgm:pt>
    <dgm:pt modelId="{EAC8E9F5-B2F1-4F8C-9FCF-995F3F4A354D}" type="parTrans" cxnId="{B3C28993-A560-470F-A60C-45BBA80C12D1}">
      <dgm:prSet/>
      <dgm:spPr/>
      <dgm:t>
        <a:bodyPr/>
        <a:lstStyle/>
        <a:p>
          <a:endParaRPr lang="en-US"/>
        </a:p>
      </dgm:t>
    </dgm:pt>
    <dgm:pt modelId="{4A10D8BD-CA71-49AF-8421-ED9DD8E5E2C9}" type="sibTrans" cxnId="{B3C28993-A560-470F-A60C-45BBA80C12D1}">
      <dgm:prSet/>
      <dgm:spPr/>
      <dgm:t>
        <a:bodyPr/>
        <a:lstStyle/>
        <a:p>
          <a:endParaRPr lang="en-US"/>
        </a:p>
      </dgm:t>
    </dgm:pt>
    <dgm:pt modelId="{93DE26F3-C438-48E3-8CF8-A47E9AFC6CEE}">
      <dgm:prSet/>
      <dgm:spPr/>
      <dgm:t>
        <a:bodyPr/>
        <a:lstStyle/>
        <a:p>
          <a:r>
            <a:rPr lang="en-US" b="1"/>
            <a:t>Genre Performance:</a:t>
          </a:r>
          <a:r>
            <a:rPr lang="en-US"/>
            <a:t> Shows book counts per genre and top genres by circulation activity.</a:t>
          </a:r>
        </a:p>
      </dgm:t>
    </dgm:pt>
    <dgm:pt modelId="{AE9F0A59-CBF2-424B-A3F4-3913BAD72D82}" type="parTrans" cxnId="{779572FD-372A-4C85-93C4-B569734CC90E}">
      <dgm:prSet/>
      <dgm:spPr/>
      <dgm:t>
        <a:bodyPr/>
        <a:lstStyle/>
        <a:p>
          <a:endParaRPr lang="en-US"/>
        </a:p>
      </dgm:t>
    </dgm:pt>
    <dgm:pt modelId="{4072757B-0426-4A20-993B-5724AA723E5A}" type="sibTrans" cxnId="{779572FD-372A-4C85-93C4-B569734CC90E}">
      <dgm:prSet/>
      <dgm:spPr/>
      <dgm:t>
        <a:bodyPr/>
        <a:lstStyle/>
        <a:p>
          <a:endParaRPr lang="en-US"/>
        </a:p>
      </dgm:t>
    </dgm:pt>
    <dgm:pt modelId="{F28DC5F3-3ED7-461A-845D-B33925B3D325}">
      <dgm:prSet/>
      <dgm:spPr/>
      <dgm:t>
        <a:bodyPr/>
        <a:lstStyle/>
        <a:p>
          <a:r>
            <a:rPr lang="en-US" b="1"/>
            <a:t>User Activity:</a:t>
          </a:r>
          <a:r>
            <a:rPr lang="en-US"/>
            <a:t> Displays the count of recently active users vs. total users.</a:t>
          </a:r>
        </a:p>
      </dgm:t>
    </dgm:pt>
    <dgm:pt modelId="{1678C42F-3E9F-4332-A1D1-ACD2E12505B3}" type="parTrans" cxnId="{FF0A99B2-2A1F-4FE3-87C7-8586249C6D5E}">
      <dgm:prSet/>
      <dgm:spPr/>
      <dgm:t>
        <a:bodyPr/>
        <a:lstStyle/>
        <a:p>
          <a:endParaRPr lang="en-US"/>
        </a:p>
      </dgm:t>
    </dgm:pt>
    <dgm:pt modelId="{5E3B51EE-7F4A-4712-8582-0E4413AD2722}" type="sibTrans" cxnId="{FF0A99B2-2A1F-4FE3-87C7-8586249C6D5E}">
      <dgm:prSet/>
      <dgm:spPr/>
      <dgm:t>
        <a:bodyPr/>
        <a:lstStyle/>
        <a:p>
          <a:endParaRPr lang="en-US"/>
        </a:p>
      </dgm:t>
    </dgm:pt>
    <dgm:pt modelId="{086A550A-137D-4E09-9D84-7B27562FF0F4}" type="pres">
      <dgm:prSet presAssocID="{2DC1D99C-2D4E-4D91-ABED-6391A8C8FC0A}" presName="diagram" presStyleCnt="0">
        <dgm:presLayoutVars>
          <dgm:dir/>
          <dgm:resizeHandles val="exact"/>
        </dgm:presLayoutVars>
      </dgm:prSet>
      <dgm:spPr/>
    </dgm:pt>
    <dgm:pt modelId="{EF573E93-8855-45F7-B6FE-62A9CF117FC4}" type="pres">
      <dgm:prSet presAssocID="{C9EAC537-8E53-4884-9514-E4E98B44C572}" presName="node" presStyleLbl="node1" presStyleIdx="0" presStyleCnt="6">
        <dgm:presLayoutVars>
          <dgm:bulletEnabled val="1"/>
        </dgm:presLayoutVars>
      </dgm:prSet>
      <dgm:spPr/>
    </dgm:pt>
    <dgm:pt modelId="{25DF3C56-A0B0-4FC9-BA5D-7E45CDDF3793}" type="pres">
      <dgm:prSet presAssocID="{146B3C3F-10B5-49BD-8E28-5FE2630785A0}" presName="sibTrans" presStyleCnt="0"/>
      <dgm:spPr/>
    </dgm:pt>
    <dgm:pt modelId="{82D6EFEB-CEC0-4E5E-B2F6-94D06BE75045}" type="pres">
      <dgm:prSet presAssocID="{F52B590E-C746-4E7E-84F5-474BC69C83A8}" presName="node" presStyleLbl="node1" presStyleIdx="1" presStyleCnt="6">
        <dgm:presLayoutVars>
          <dgm:bulletEnabled val="1"/>
        </dgm:presLayoutVars>
      </dgm:prSet>
      <dgm:spPr/>
    </dgm:pt>
    <dgm:pt modelId="{95576A1A-B213-4DA5-B0E9-3E8DD820AFF9}" type="pres">
      <dgm:prSet presAssocID="{7DFF2E12-FDA5-4D21-A7A9-C532E0BF9028}" presName="sibTrans" presStyleCnt="0"/>
      <dgm:spPr/>
    </dgm:pt>
    <dgm:pt modelId="{149A57DE-36E9-4E9C-90E0-55D6ED058C97}" type="pres">
      <dgm:prSet presAssocID="{BF4062EE-FA87-466E-B7E3-F78D464C479D}" presName="node" presStyleLbl="node1" presStyleIdx="2" presStyleCnt="6">
        <dgm:presLayoutVars>
          <dgm:bulletEnabled val="1"/>
        </dgm:presLayoutVars>
      </dgm:prSet>
      <dgm:spPr/>
    </dgm:pt>
    <dgm:pt modelId="{3DF5FBA6-561B-4588-93A2-59062EF743C9}" type="pres">
      <dgm:prSet presAssocID="{D4AB3CF8-89E7-457E-B1EC-ABE654900846}" presName="sibTrans" presStyleCnt="0"/>
      <dgm:spPr/>
    </dgm:pt>
    <dgm:pt modelId="{15481430-1FBC-483D-A26E-1546BAFCF3C9}" type="pres">
      <dgm:prSet presAssocID="{2407A3CE-FE5E-4067-9306-5D70C21B2884}" presName="node" presStyleLbl="node1" presStyleIdx="3" presStyleCnt="6">
        <dgm:presLayoutVars>
          <dgm:bulletEnabled val="1"/>
        </dgm:presLayoutVars>
      </dgm:prSet>
      <dgm:spPr/>
    </dgm:pt>
    <dgm:pt modelId="{784679CF-B8FD-4651-A04A-524F80D87B7E}" type="pres">
      <dgm:prSet presAssocID="{4A10D8BD-CA71-49AF-8421-ED9DD8E5E2C9}" presName="sibTrans" presStyleCnt="0"/>
      <dgm:spPr/>
    </dgm:pt>
    <dgm:pt modelId="{41B9EA53-F750-4147-82D3-D4AA689DA5F4}" type="pres">
      <dgm:prSet presAssocID="{93DE26F3-C438-48E3-8CF8-A47E9AFC6CEE}" presName="node" presStyleLbl="node1" presStyleIdx="4" presStyleCnt="6">
        <dgm:presLayoutVars>
          <dgm:bulletEnabled val="1"/>
        </dgm:presLayoutVars>
      </dgm:prSet>
      <dgm:spPr/>
    </dgm:pt>
    <dgm:pt modelId="{DB628104-6336-4AC1-AD6F-697071443B76}" type="pres">
      <dgm:prSet presAssocID="{4072757B-0426-4A20-993B-5724AA723E5A}" presName="sibTrans" presStyleCnt="0"/>
      <dgm:spPr/>
    </dgm:pt>
    <dgm:pt modelId="{D508A927-0DF4-4746-AF88-5C985335CE23}" type="pres">
      <dgm:prSet presAssocID="{F28DC5F3-3ED7-461A-845D-B33925B3D325}" presName="node" presStyleLbl="node1" presStyleIdx="5" presStyleCnt="6">
        <dgm:presLayoutVars>
          <dgm:bulletEnabled val="1"/>
        </dgm:presLayoutVars>
      </dgm:prSet>
      <dgm:spPr/>
    </dgm:pt>
  </dgm:ptLst>
  <dgm:cxnLst>
    <dgm:cxn modelId="{42A49922-B033-4DC1-BAF0-C1B9740DD740}" type="presOf" srcId="{BF4062EE-FA87-466E-B7E3-F78D464C479D}" destId="{149A57DE-36E9-4E9C-90E0-55D6ED058C97}" srcOrd="0" destOrd="0" presId="urn:microsoft.com/office/officeart/2005/8/layout/default"/>
    <dgm:cxn modelId="{0C202143-1A99-48C8-BCA7-D813F319DACC}" type="presOf" srcId="{2DC1D99C-2D4E-4D91-ABED-6391A8C8FC0A}" destId="{086A550A-137D-4E09-9D84-7B27562FF0F4}" srcOrd="0" destOrd="0" presId="urn:microsoft.com/office/officeart/2005/8/layout/default"/>
    <dgm:cxn modelId="{AED4086B-BF29-4928-A3F5-C2767B9B5F89}" srcId="{2DC1D99C-2D4E-4D91-ABED-6391A8C8FC0A}" destId="{BF4062EE-FA87-466E-B7E3-F78D464C479D}" srcOrd="2" destOrd="0" parTransId="{F2CFE25F-A56C-49AA-97C2-EF60C7BA9184}" sibTransId="{D4AB3CF8-89E7-457E-B1EC-ABE654900846}"/>
    <dgm:cxn modelId="{70450857-A222-4D52-B5C6-C2A91F8D8297}" type="presOf" srcId="{C9EAC537-8E53-4884-9514-E4E98B44C572}" destId="{EF573E93-8855-45F7-B6FE-62A9CF117FC4}" srcOrd="0" destOrd="0" presId="urn:microsoft.com/office/officeart/2005/8/layout/default"/>
    <dgm:cxn modelId="{482AC457-8AE1-4C71-980C-E7B5C9472EA9}" type="presOf" srcId="{F28DC5F3-3ED7-461A-845D-B33925B3D325}" destId="{D508A927-0DF4-4746-AF88-5C985335CE23}" srcOrd="0" destOrd="0" presId="urn:microsoft.com/office/officeart/2005/8/layout/default"/>
    <dgm:cxn modelId="{1C9CC578-2ED6-44F4-AF6A-B6C80D784325}" type="presOf" srcId="{93DE26F3-C438-48E3-8CF8-A47E9AFC6CEE}" destId="{41B9EA53-F750-4147-82D3-D4AA689DA5F4}" srcOrd="0" destOrd="0" presId="urn:microsoft.com/office/officeart/2005/8/layout/default"/>
    <dgm:cxn modelId="{550E1E87-C361-4F15-BDC9-5AC04061CFA0}" type="presOf" srcId="{2407A3CE-FE5E-4067-9306-5D70C21B2884}" destId="{15481430-1FBC-483D-A26E-1546BAFCF3C9}" srcOrd="0" destOrd="0" presId="urn:microsoft.com/office/officeart/2005/8/layout/default"/>
    <dgm:cxn modelId="{B3C28993-A560-470F-A60C-45BBA80C12D1}" srcId="{2DC1D99C-2D4E-4D91-ABED-6391A8C8FC0A}" destId="{2407A3CE-FE5E-4067-9306-5D70C21B2884}" srcOrd="3" destOrd="0" parTransId="{EAC8E9F5-B2F1-4F8C-9FCF-995F3F4A354D}" sibTransId="{4A10D8BD-CA71-49AF-8421-ED9DD8E5E2C9}"/>
    <dgm:cxn modelId="{FF0A99B2-2A1F-4FE3-87C7-8586249C6D5E}" srcId="{2DC1D99C-2D4E-4D91-ABED-6391A8C8FC0A}" destId="{F28DC5F3-3ED7-461A-845D-B33925B3D325}" srcOrd="5" destOrd="0" parTransId="{1678C42F-3E9F-4332-A1D1-ACD2E12505B3}" sibTransId="{5E3B51EE-7F4A-4712-8582-0E4413AD2722}"/>
    <dgm:cxn modelId="{D78F46BA-7F74-4CFF-9EE3-68705B0D5D53}" srcId="{2DC1D99C-2D4E-4D91-ABED-6391A8C8FC0A}" destId="{F52B590E-C746-4E7E-84F5-474BC69C83A8}" srcOrd="1" destOrd="0" parTransId="{83CF02AE-4029-4D96-A244-5D9F921D8E03}" sibTransId="{7DFF2E12-FDA5-4D21-A7A9-C532E0BF9028}"/>
    <dgm:cxn modelId="{6B9A66BB-D04A-418F-A3EF-EB6F9908BF1D}" srcId="{2DC1D99C-2D4E-4D91-ABED-6391A8C8FC0A}" destId="{C9EAC537-8E53-4884-9514-E4E98B44C572}" srcOrd="0" destOrd="0" parTransId="{F388EC32-1ABE-4DB3-9418-235406BE63AB}" sibTransId="{146B3C3F-10B5-49BD-8E28-5FE2630785A0}"/>
    <dgm:cxn modelId="{D9C963C7-82E5-4AFA-B17B-7455BE410B88}" type="presOf" srcId="{F52B590E-C746-4E7E-84F5-474BC69C83A8}" destId="{82D6EFEB-CEC0-4E5E-B2F6-94D06BE75045}" srcOrd="0" destOrd="0" presId="urn:microsoft.com/office/officeart/2005/8/layout/default"/>
    <dgm:cxn modelId="{779572FD-372A-4C85-93C4-B569734CC90E}" srcId="{2DC1D99C-2D4E-4D91-ABED-6391A8C8FC0A}" destId="{93DE26F3-C438-48E3-8CF8-A47E9AFC6CEE}" srcOrd="4" destOrd="0" parTransId="{AE9F0A59-CBF2-424B-A3F4-3913BAD72D82}" sibTransId="{4072757B-0426-4A20-993B-5724AA723E5A}"/>
    <dgm:cxn modelId="{BC083D21-70B5-409D-BAA5-93BC5CE6E665}" type="presParOf" srcId="{086A550A-137D-4E09-9D84-7B27562FF0F4}" destId="{EF573E93-8855-45F7-B6FE-62A9CF117FC4}" srcOrd="0" destOrd="0" presId="urn:microsoft.com/office/officeart/2005/8/layout/default"/>
    <dgm:cxn modelId="{99A76BAD-C2F2-4DA2-992A-9052356CD81C}" type="presParOf" srcId="{086A550A-137D-4E09-9D84-7B27562FF0F4}" destId="{25DF3C56-A0B0-4FC9-BA5D-7E45CDDF3793}" srcOrd="1" destOrd="0" presId="urn:microsoft.com/office/officeart/2005/8/layout/default"/>
    <dgm:cxn modelId="{BF5209CD-4B8F-4C1E-B03B-A511BFE35008}" type="presParOf" srcId="{086A550A-137D-4E09-9D84-7B27562FF0F4}" destId="{82D6EFEB-CEC0-4E5E-B2F6-94D06BE75045}" srcOrd="2" destOrd="0" presId="urn:microsoft.com/office/officeart/2005/8/layout/default"/>
    <dgm:cxn modelId="{D23A6981-F08D-43D6-B5D9-16E9ECB00B3F}" type="presParOf" srcId="{086A550A-137D-4E09-9D84-7B27562FF0F4}" destId="{95576A1A-B213-4DA5-B0E9-3E8DD820AFF9}" srcOrd="3" destOrd="0" presId="urn:microsoft.com/office/officeart/2005/8/layout/default"/>
    <dgm:cxn modelId="{C0817C28-5481-475D-9C59-A0C77BC637F4}" type="presParOf" srcId="{086A550A-137D-4E09-9D84-7B27562FF0F4}" destId="{149A57DE-36E9-4E9C-90E0-55D6ED058C97}" srcOrd="4" destOrd="0" presId="urn:microsoft.com/office/officeart/2005/8/layout/default"/>
    <dgm:cxn modelId="{5F9DF7E6-A335-4EC9-BA3E-995DCBC87691}" type="presParOf" srcId="{086A550A-137D-4E09-9D84-7B27562FF0F4}" destId="{3DF5FBA6-561B-4588-93A2-59062EF743C9}" srcOrd="5" destOrd="0" presId="urn:microsoft.com/office/officeart/2005/8/layout/default"/>
    <dgm:cxn modelId="{F0369709-738D-42C3-A9BC-F69175130A3F}" type="presParOf" srcId="{086A550A-137D-4E09-9D84-7B27562FF0F4}" destId="{15481430-1FBC-483D-A26E-1546BAFCF3C9}" srcOrd="6" destOrd="0" presId="urn:microsoft.com/office/officeart/2005/8/layout/default"/>
    <dgm:cxn modelId="{87E7A4A3-94D1-4B21-9876-F281B1FE1243}" type="presParOf" srcId="{086A550A-137D-4E09-9D84-7B27562FF0F4}" destId="{784679CF-B8FD-4651-A04A-524F80D87B7E}" srcOrd="7" destOrd="0" presId="urn:microsoft.com/office/officeart/2005/8/layout/default"/>
    <dgm:cxn modelId="{B64D1DE9-49D8-4709-9441-1FCA20FF4587}" type="presParOf" srcId="{086A550A-137D-4E09-9D84-7B27562FF0F4}" destId="{41B9EA53-F750-4147-82D3-D4AA689DA5F4}" srcOrd="8" destOrd="0" presId="urn:microsoft.com/office/officeart/2005/8/layout/default"/>
    <dgm:cxn modelId="{36DC9DEF-5B0F-4C8B-B652-C59162A7B8A3}" type="presParOf" srcId="{086A550A-137D-4E09-9D84-7B27562FF0F4}" destId="{DB628104-6336-4AC1-AD6F-697071443B76}" srcOrd="9" destOrd="0" presId="urn:microsoft.com/office/officeart/2005/8/layout/default"/>
    <dgm:cxn modelId="{44B07EF8-EF01-4DBB-8AA1-7DCC1E926799}" type="presParOf" srcId="{086A550A-137D-4E09-9D84-7B27562FF0F4}" destId="{D508A927-0DF4-4746-AF88-5C985335CE23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EB27011-629B-458A-BEEE-53E03B5DB55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0878479-9E05-4A98-80CA-F1153A917256}">
      <dgm:prSet/>
      <dgm:spPr/>
      <dgm:t>
        <a:bodyPr/>
        <a:lstStyle/>
        <a:p>
          <a:r>
            <a:rPr lang="en-US" b="1" i="0" baseline="0"/>
            <a:t>Summary:</a:t>
          </a:r>
          <a:r>
            <a:rPr lang="en-US" b="0" i="0" baseline="0"/>
            <a:t> Successfully developed a functional multi-school LMS with core circulation features and a valuable analytics module. The system utilizes a modern, type-safe stack.</a:t>
          </a:r>
          <a:endParaRPr lang="en-US"/>
        </a:p>
      </dgm:t>
    </dgm:pt>
    <dgm:pt modelId="{E080F2CA-6C01-4947-AE72-AB73EE2DC57B}" type="parTrans" cxnId="{9CB44FEA-3D26-403A-888D-94361C4D24CC}">
      <dgm:prSet/>
      <dgm:spPr/>
      <dgm:t>
        <a:bodyPr/>
        <a:lstStyle/>
        <a:p>
          <a:endParaRPr lang="en-US"/>
        </a:p>
      </dgm:t>
    </dgm:pt>
    <dgm:pt modelId="{4262D6C9-F453-4F0E-A1DD-68ECE5DD3E8B}" type="sibTrans" cxnId="{9CB44FEA-3D26-403A-888D-94361C4D24CC}">
      <dgm:prSet/>
      <dgm:spPr/>
      <dgm:t>
        <a:bodyPr/>
        <a:lstStyle/>
        <a:p>
          <a:endParaRPr lang="en-US"/>
        </a:p>
      </dgm:t>
    </dgm:pt>
    <dgm:pt modelId="{1E48A8AC-F38A-4A60-A919-04B0225B1056}">
      <dgm:prSet/>
      <dgm:spPr/>
      <dgm:t>
        <a:bodyPr/>
        <a:lstStyle/>
        <a:p>
          <a:r>
            <a:rPr lang="en-US" b="1" i="0" baseline="0" dirty="0"/>
            <a:t>Key Achievements:</a:t>
          </a:r>
          <a:r>
            <a:rPr lang="en-US" b="0" i="0" baseline="0" dirty="0"/>
            <a:t> Implemented automated waitlist processing, provided data-driven insights through analytics, demonstrated effective use of tRPC and TypeORM. </a:t>
          </a:r>
          <a:endParaRPr lang="en-US" dirty="0"/>
        </a:p>
      </dgm:t>
    </dgm:pt>
    <dgm:pt modelId="{5026EAB0-B79B-4BC8-A378-8BC23D085812}" type="parTrans" cxnId="{EC9F16BF-8C64-4CC8-A987-5F18B36C540B}">
      <dgm:prSet/>
      <dgm:spPr/>
      <dgm:t>
        <a:bodyPr/>
        <a:lstStyle/>
        <a:p>
          <a:endParaRPr lang="en-US"/>
        </a:p>
      </dgm:t>
    </dgm:pt>
    <dgm:pt modelId="{243B37AF-AD81-4155-8656-C5215CD4573A}" type="sibTrans" cxnId="{EC9F16BF-8C64-4CC8-A987-5F18B36C540B}">
      <dgm:prSet/>
      <dgm:spPr/>
      <dgm:t>
        <a:bodyPr/>
        <a:lstStyle/>
        <a:p>
          <a:endParaRPr lang="en-US"/>
        </a:p>
      </dgm:t>
    </dgm:pt>
    <dgm:pt modelId="{079B50CF-4037-4003-BBA9-83AC2D5EE7D5}" type="pres">
      <dgm:prSet presAssocID="{FEB27011-629B-458A-BEEE-53E03B5DB55F}" presName="root" presStyleCnt="0">
        <dgm:presLayoutVars>
          <dgm:dir/>
          <dgm:resizeHandles val="exact"/>
        </dgm:presLayoutVars>
      </dgm:prSet>
      <dgm:spPr/>
    </dgm:pt>
    <dgm:pt modelId="{A7FBE631-9399-405A-833B-AEF3E01B364B}" type="pres">
      <dgm:prSet presAssocID="{FEB27011-629B-458A-BEEE-53E03B5DB55F}" presName="container" presStyleCnt="0">
        <dgm:presLayoutVars>
          <dgm:dir/>
          <dgm:resizeHandles val="exact"/>
        </dgm:presLayoutVars>
      </dgm:prSet>
      <dgm:spPr/>
    </dgm:pt>
    <dgm:pt modelId="{9FEFAFBB-A8ED-441D-A262-D5CD6A20E960}" type="pres">
      <dgm:prSet presAssocID="{40878479-9E05-4A98-80CA-F1153A917256}" presName="compNode" presStyleCnt="0"/>
      <dgm:spPr/>
    </dgm:pt>
    <dgm:pt modelId="{689CB7C4-B00D-43A9-ACC0-E034434F25CD}" type="pres">
      <dgm:prSet presAssocID="{40878479-9E05-4A98-80CA-F1153A917256}" presName="iconBgRect" presStyleLbl="bgShp" presStyleIdx="0" presStyleCnt="2"/>
      <dgm:spPr/>
    </dgm:pt>
    <dgm:pt modelId="{18769E65-9021-4725-ABC1-2DDB91CDC49B}" type="pres">
      <dgm:prSet presAssocID="{40878479-9E05-4A98-80CA-F1153A91725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D1B2773-481B-4E51-9481-1686FEB67A41}" type="pres">
      <dgm:prSet presAssocID="{40878479-9E05-4A98-80CA-F1153A917256}" presName="spaceRect" presStyleCnt="0"/>
      <dgm:spPr/>
    </dgm:pt>
    <dgm:pt modelId="{CD351F59-04A6-4C7A-8261-F199F68AD438}" type="pres">
      <dgm:prSet presAssocID="{40878479-9E05-4A98-80CA-F1153A917256}" presName="textRect" presStyleLbl="revTx" presStyleIdx="0" presStyleCnt="2">
        <dgm:presLayoutVars>
          <dgm:chMax val="1"/>
          <dgm:chPref val="1"/>
        </dgm:presLayoutVars>
      </dgm:prSet>
      <dgm:spPr/>
    </dgm:pt>
    <dgm:pt modelId="{452BB021-BC30-492B-84A3-76F22D1FDC61}" type="pres">
      <dgm:prSet presAssocID="{4262D6C9-F453-4F0E-A1DD-68ECE5DD3E8B}" presName="sibTrans" presStyleLbl="sibTrans2D1" presStyleIdx="0" presStyleCnt="0"/>
      <dgm:spPr/>
    </dgm:pt>
    <dgm:pt modelId="{3D5C8978-1F75-41FC-854D-371EBDF7C1C2}" type="pres">
      <dgm:prSet presAssocID="{1E48A8AC-F38A-4A60-A919-04B0225B1056}" presName="compNode" presStyleCnt="0"/>
      <dgm:spPr/>
    </dgm:pt>
    <dgm:pt modelId="{7EA75495-C8AE-454E-85D5-6450F94BAF95}" type="pres">
      <dgm:prSet presAssocID="{1E48A8AC-F38A-4A60-A919-04B0225B1056}" presName="iconBgRect" presStyleLbl="bgShp" presStyleIdx="1" presStyleCnt="2"/>
      <dgm:spPr/>
    </dgm:pt>
    <dgm:pt modelId="{6F1F6BD0-29A4-4805-A3ED-6FC0889960D4}" type="pres">
      <dgm:prSet presAssocID="{1E48A8AC-F38A-4A60-A919-04B0225B105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079B5E6E-EABE-466A-AD45-A46486279EEF}" type="pres">
      <dgm:prSet presAssocID="{1E48A8AC-F38A-4A60-A919-04B0225B1056}" presName="spaceRect" presStyleCnt="0"/>
      <dgm:spPr/>
    </dgm:pt>
    <dgm:pt modelId="{7F27BC65-7835-4D9F-8F83-CA3AE8553355}" type="pres">
      <dgm:prSet presAssocID="{1E48A8AC-F38A-4A60-A919-04B0225B105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C40DF23-ECAF-4241-8C85-F8B0BA1237FD}" type="presOf" srcId="{FEB27011-629B-458A-BEEE-53E03B5DB55F}" destId="{079B50CF-4037-4003-BBA9-83AC2D5EE7D5}" srcOrd="0" destOrd="0" presId="urn:microsoft.com/office/officeart/2018/2/layout/IconCircleList"/>
    <dgm:cxn modelId="{5EEF0473-6F70-492E-99EE-C1263EB929D8}" type="presOf" srcId="{40878479-9E05-4A98-80CA-F1153A917256}" destId="{CD351F59-04A6-4C7A-8261-F199F68AD438}" srcOrd="0" destOrd="0" presId="urn:microsoft.com/office/officeart/2018/2/layout/IconCircleList"/>
    <dgm:cxn modelId="{643899A2-C615-4979-BBBE-903CF3816217}" type="presOf" srcId="{1E48A8AC-F38A-4A60-A919-04B0225B1056}" destId="{7F27BC65-7835-4D9F-8F83-CA3AE8553355}" srcOrd="0" destOrd="0" presId="urn:microsoft.com/office/officeart/2018/2/layout/IconCircleList"/>
    <dgm:cxn modelId="{2DC37ABC-BED2-4F46-8DA5-BF3D29888E46}" type="presOf" srcId="{4262D6C9-F453-4F0E-A1DD-68ECE5DD3E8B}" destId="{452BB021-BC30-492B-84A3-76F22D1FDC61}" srcOrd="0" destOrd="0" presId="urn:microsoft.com/office/officeart/2018/2/layout/IconCircleList"/>
    <dgm:cxn modelId="{EC9F16BF-8C64-4CC8-A987-5F18B36C540B}" srcId="{FEB27011-629B-458A-BEEE-53E03B5DB55F}" destId="{1E48A8AC-F38A-4A60-A919-04B0225B1056}" srcOrd="1" destOrd="0" parTransId="{5026EAB0-B79B-4BC8-A378-8BC23D085812}" sibTransId="{243B37AF-AD81-4155-8656-C5215CD4573A}"/>
    <dgm:cxn modelId="{9CB44FEA-3D26-403A-888D-94361C4D24CC}" srcId="{FEB27011-629B-458A-BEEE-53E03B5DB55F}" destId="{40878479-9E05-4A98-80CA-F1153A917256}" srcOrd="0" destOrd="0" parTransId="{E080F2CA-6C01-4947-AE72-AB73EE2DC57B}" sibTransId="{4262D6C9-F453-4F0E-A1DD-68ECE5DD3E8B}"/>
    <dgm:cxn modelId="{2A37B887-87CA-4C80-A747-7B8D763FE93B}" type="presParOf" srcId="{079B50CF-4037-4003-BBA9-83AC2D5EE7D5}" destId="{A7FBE631-9399-405A-833B-AEF3E01B364B}" srcOrd="0" destOrd="0" presId="urn:microsoft.com/office/officeart/2018/2/layout/IconCircleList"/>
    <dgm:cxn modelId="{6C476BD5-1923-4678-BE15-2E6CCAC878D9}" type="presParOf" srcId="{A7FBE631-9399-405A-833B-AEF3E01B364B}" destId="{9FEFAFBB-A8ED-441D-A262-D5CD6A20E960}" srcOrd="0" destOrd="0" presId="urn:microsoft.com/office/officeart/2018/2/layout/IconCircleList"/>
    <dgm:cxn modelId="{9AF29A48-690D-4952-8486-5DC58D31138E}" type="presParOf" srcId="{9FEFAFBB-A8ED-441D-A262-D5CD6A20E960}" destId="{689CB7C4-B00D-43A9-ACC0-E034434F25CD}" srcOrd="0" destOrd="0" presId="urn:microsoft.com/office/officeart/2018/2/layout/IconCircleList"/>
    <dgm:cxn modelId="{67FFE58C-9518-4EF5-9DEA-D23198BE302A}" type="presParOf" srcId="{9FEFAFBB-A8ED-441D-A262-D5CD6A20E960}" destId="{18769E65-9021-4725-ABC1-2DDB91CDC49B}" srcOrd="1" destOrd="0" presId="urn:microsoft.com/office/officeart/2018/2/layout/IconCircleList"/>
    <dgm:cxn modelId="{46276756-47D1-4C70-9969-892D126D95DD}" type="presParOf" srcId="{9FEFAFBB-A8ED-441D-A262-D5CD6A20E960}" destId="{2D1B2773-481B-4E51-9481-1686FEB67A41}" srcOrd="2" destOrd="0" presId="urn:microsoft.com/office/officeart/2018/2/layout/IconCircleList"/>
    <dgm:cxn modelId="{8196662B-432B-487C-8D80-7A1B72E8C4AA}" type="presParOf" srcId="{9FEFAFBB-A8ED-441D-A262-D5CD6A20E960}" destId="{CD351F59-04A6-4C7A-8261-F199F68AD438}" srcOrd="3" destOrd="0" presId="urn:microsoft.com/office/officeart/2018/2/layout/IconCircleList"/>
    <dgm:cxn modelId="{EE963470-0549-4116-9ECD-0FD79A98424B}" type="presParOf" srcId="{A7FBE631-9399-405A-833B-AEF3E01B364B}" destId="{452BB021-BC30-492B-84A3-76F22D1FDC61}" srcOrd="1" destOrd="0" presId="urn:microsoft.com/office/officeart/2018/2/layout/IconCircleList"/>
    <dgm:cxn modelId="{FE1B88B7-27AB-4E93-A0B1-D7BDCA72BCFB}" type="presParOf" srcId="{A7FBE631-9399-405A-833B-AEF3E01B364B}" destId="{3D5C8978-1F75-41FC-854D-371EBDF7C1C2}" srcOrd="2" destOrd="0" presId="urn:microsoft.com/office/officeart/2018/2/layout/IconCircleList"/>
    <dgm:cxn modelId="{A15D98D2-0E2C-4DB9-B25F-C893EBFE242D}" type="presParOf" srcId="{3D5C8978-1F75-41FC-854D-371EBDF7C1C2}" destId="{7EA75495-C8AE-454E-85D5-6450F94BAF95}" srcOrd="0" destOrd="0" presId="urn:microsoft.com/office/officeart/2018/2/layout/IconCircleList"/>
    <dgm:cxn modelId="{0A90CACA-83E1-40F0-B553-CF026E5BAB74}" type="presParOf" srcId="{3D5C8978-1F75-41FC-854D-371EBDF7C1C2}" destId="{6F1F6BD0-29A4-4805-A3ED-6FC0889960D4}" srcOrd="1" destOrd="0" presId="urn:microsoft.com/office/officeart/2018/2/layout/IconCircleList"/>
    <dgm:cxn modelId="{4A2ACA2C-B8A5-4AF0-AECE-6D0C7DDE1524}" type="presParOf" srcId="{3D5C8978-1F75-41FC-854D-371EBDF7C1C2}" destId="{079B5E6E-EABE-466A-AD45-A46486279EEF}" srcOrd="2" destOrd="0" presId="urn:microsoft.com/office/officeart/2018/2/layout/IconCircleList"/>
    <dgm:cxn modelId="{AC88002B-FCC6-4D96-A073-9B8D9984A2FA}" type="presParOf" srcId="{3D5C8978-1F75-41FC-854D-371EBDF7C1C2}" destId="{7F27BC65-7835-4D9F-8F83-CA3AE855335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13C41BE-F36C-4407-B897-621114CD5587}" type="doc">
      <dgm:prSet loTypeId="urn:microsoft.com/office/officeart/2016/7/layout/LinearBlockProcessNumbered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77039B6-6E72-4897-A525-EEB86A5B9DFF}">
      <dgm:prSet/>
      <dgm:spPr/>
      <dgm:t>
        <a:bodyPr/>
        <a:lstStyle/>
        <a:p>
          <a:r>
            <a:rPr lang="en-US" b="0" i="0" baseline="0"/>
            <a:t>Refine stock recommendation algorithm with more data/machine learning.</a:t>
          </a:r>
          <a:endParaRPr lang="en-US"/>
        </a:p>
      </dgm:t>
    </dgm:pt>
    <dgm:pt modelId="{589FEE58-0CF4-4FD7-A28D-7916C2C59FC1}" type="parTrans" cxnId="{2610018B-5A85-4BA6-A8CC-FA0C64EBBA75}">
      <dgm:prSet/>
      <dgm:spPr/>
      <dgm:t>
        <a:bodyPr/>
        <a:lstStyle/>
        <a:p>
          <a:endParaRPr lang="en-US"/>
        </a:p>
      </dgm:t>
    </dgm:pt>
    <dgm:pt modelId="{86BC42B5-FE1B-4697-915A-CF192C75F8AF}" type="sibTrans" cxnId="{2610018B-5A85-4BA6-A8CC-FA0C64EBBA75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C19B3885-A6E2-4C75-8E93-DA30CACEF5D5}">
      <dgm:prSet/>
      <dgm:spPr/>
      <dgm:t>
        <a:bodyPr/>
        <a:lstStyle/>
        <a:p>
          <a:r>
            <a:rPr lang="en-US" b="0" i="0" baseline="0"/>
            <a:t>Implement user notifications (e.g., when a waitlisted book becomes reserved).</a:t>
          </a:r>
          <a:endParaRPr lang="en-US"/>
        </a:p>
      </dgm:t>
    </dgm:pt>
    <dgm:pt modelId="{8EB38C02-5272-4960-B301-A76B0611ABB4}" type="parTrans" cxnId="{784B4401-378E-49A0-A22B-E05F718A85E0}">
      <dgm:prSet/>
      <dgm:spPr/>
      <dgm:t>
        <a:bodyPr/>
        <a:lstStyle/>
        <a:p>
          <a:endParaRPr lang="en-US"/>
        </a:p>
      </dgm:t>
    </dgm:pt>
    <dgm:pt modelId="{66E856E2-3C82-4676-A452-E1FAFCD459F9}" type="sibTrans" cxnId="{784B4401-378E-49A0-A22B-E05F718A85E0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8B0609C8-931D-4CD3-940F-9E3096208692}">
      <dgm:prSet/>
      <dgm:spPr/>
      <dgm:t>
        <a:bodyPr/>
        <a:lstStyle/>
        <a:p>
          <a:r>
            <a:rPr lang="en-US" b="0" i="0" baseline="0"/>
            <a:t>Add more granular analytics (e.g., user-specific reading history).</a:t>
          </a:r>
          <a:endParaRPr lang="en-US"/>
        </a:p>
      </dgm:t>
    </dgm:pt>
    <dgm:pt modelId="{74E2EEE4-5B43-4965-9242-8F0A59F25DF4}" type="parTrans" cxnId="{822CFBED-8B00-46CD-AB50-E6F5EE7E0C84}">
      <dgm:prSet/>
      <dgm:spPr/>
      <dgm:t>
        <a:bodyPr/>
        <a:lstStyle/>
        <a:p>
          <a:endParaRPr lang="en-US"/>
        </a:p>
      </dgm:t>
    </dgm:pt>
    <dgm:pt modelId="{10CEEACD-A072-4FB4-BA0A-BA2A78DB2889}" type="sibTrans" cxnId="{822CFBED-8B00-46CD-AB50-E6F5EE7E0C8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B1880AEA-8DBD-479D-BAD3-2EB8057B2D59}">
      <dgm:prSet/>
      <dgm:spPr/>
      <dgm:t>
        <a:bodyPr/>
        <a:lstStyle/>
        <a:p>
          <a:r>
            <a:rPr lang="en-US" b="0" i="0" baseline="0"/>
            <a:t>Enhance security (MFA, more robust authorization).</a:t>
          </a:r>
          <a:endParaRPr lang="en-US"/>
        </a:p>
      </dgm:t>
    </dgm:pt>
    <dgm:pt modelId="{E89D597E-FCE3-4279-AB9D-783CBCFEA215}" type="parTrans" cxnId="{1511BF01-89A2-4CE8-AD06-CFC255172FDF}">
      <dgm:prSet/>
      <dgm:spPr/>
      <dgm:t>
        <a:bodyPr/>
        <a:lstStyle/>
        <a:p>
          <a:endParaRPr lang="en-US"/>
        </a:p>
      </dgm:t>
    </dgm:pt>
    <dgm:pt modelId="{6CFFEE00-4260-4667-93E6-C746DC47BCD2}" type="sibTrans" cxnId="{1511BF01-89A2-4CE8-AD06-CFC255172FDF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F37A41DD-C172-4BCA-9A47-81BB4C409AE3}">
      <dgm:prSet/>
      <dgm:spPr/>
      <dgm:t>
        <a:bodyPr/>
        <a:lstStyle/>
        <a:p>
          <a:r>
            <a:rPr lang="en-US" b="0" i="0" baseline="0"/>
            <a:t>Develop advanced reporting features.</a:t>
          </a:r>
          <a:endParaRPr lang="en-US"/>
        </a:p>
      </dgm:t>
    </dgm:pt>
    <dgm:pt modelId="{696DB9F4-4E03-4701-9D32-6A0B0FFD0C1A}" type="parTrans" cxnId="{67D92599-3A73-4CD6-B1CA-A87DF7589C02}">
      <dgm:prSet/>
      <dgm:spPr/>
      <dgm:t>
        <a:bodyPr/>
        <a:lstStyle/>
        <a:p>
          <a:endParaRPr lang="en-US"/>
        </a:p>
      </dgm:t>
    </dgm:pt>
    <dgm:pt modelId="{3A49BD2C-29AF-451F-B6F7-DB539419DB55}" type="sibTrans" cxnId="{67D92599-3A73-4CD6-B1CA-A87DF7589C02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DD41D92A-C561-495C-8EA8-4C8DC4448200}">
      <dgm:prSet/>
      <dgm:spPr/>
      <dgm:t>
        <a:bodyPr/>
        <a:lstStyle/>
        <a:p>
          <a:r>
            <a:rPr lang="en-US" b="0" i="0" baseline="0"/>
            <a:t>Improve UI/UX based on user feedback.</a:t>
          </a:r>
          <a:endParaRPr lang="en-US"/>
        </a:p>
      </dgm:t>
    </dgm:pt>
    <dgm:pt modelId="{3273FB5B-B953-488C-9CC9-BCF685AAE620}" type="parTrans" cxnId="{14AB13D9-F9D6-4021-BFC7-1AA7ED659479}">
      <dgm:prSet/>
      <dgm:spPr/>
      <dgm:t>
        <a:bodyPr/>
        <a:lstStyle/>
        <a:p>
          <a:endParaRPr lang="en-US"/>
        </a:p>
      </dgm:t>
    </dgm:pt>
    <dgm:pt modelId="{D8B1D9BF-6789-4C1F-99B6-96A6B19A983E}" type="sibTrans" cxnId="{14AB13D9-F9D6-4021-BFC7-1AA7ED659479}">
      <dgm:prSet phldrT="06" phldr="0"/>
      <dgm:spPr/>
      <dgm:t>
        <a:bodyPr/>
        <a:lstStyle/>
        <a:p>
          <a:r>
            <a:rPr lang="en-US"/>
            <a:t>06</a:t>
          </a:r>
        </a:p>
      </dgm:t>
    </dgm:pt>
    <dgm:pt modelId="{5D8F2A88-3F84-4F5A-95F1-91C322764DF4}" type="pres">
      <dgm:prSet presAssocID="{D13C41BE-F36C-4407-B897-621114CD5587}" presName="Name0" presStyleCnt="0">
        <dgm:presLayoutVars>
          <dgm:animLvl val="lvl"/>
          <dgm:resizeHandles val="exact"/>
        </dgm:presLayoutVars>
      </dgm:prSet>
      <dgm:spPr/>
    </dgm:pt>
    <dgm:pt modelId="{180C0D2F-C615-473D-9DEB-4B5AEE5F0FA1}" type="pres">
      <dgm:prSet presAssocID="{577039B6-6E72-4897-A525-EEB86A5B9DFF}" presName="compositeNode" presStyleCnt="0">
        <dgm:presLayoutVars>
          <dgm:bulletEnabled val="1"/>
        </dgm:presLayoutVars>
      </dgm:prSet>
      <dgm:spPr/>
    </dgm:pt>
    <dgm:pt modelId="{45E0CD5A-05F1-43D3-BC5D-DE6E1629DB35}" type="pres">
      <dgm:prSet presAssocID="{577039B6-6E72-4897-A525-EEB86A5B9DFF}" presName="bgRect" presStyleLbl="alignNode1" presStyleIdx="0" presStyleCnt="6"/>
      <dgm:spPr/>
    </dgm:pt>
    <dgm:pt modelId="{116AE619-37F8-40E7-9D7F-2709E993BD97}" type="pres">
      <dgm:prSet presAssocID="{86BC42B5-FE1B-4697-915A-CF192C75F8AF}" presName="sibTransNodeRect" presStyleLbl="alignNode1" presStyleIdx="0" presStyleCnt="6">
        <dgm:presLayoutVars>
          <dgm:chMax val="0"/>
          <dgm:bulletEnabled val="1"/>
        </dgm:presLayoutVars>
      </dgm:prSet>
      <dgm:spPr/>
    </dgm:pt>
    <dgm:pt modelId="{A4678FD3-A6F9-40D6-A809-D38D4BCBFB14}" type="pres">
      <dgm:prSet presAssocID="{577039B6-6E72-4897-A525-EEB86A5B9DFF}" presName="nodeRect" presStyleLbl="alignNode1" presStyleIdx="0" presStyleCnt="6">
        <dgm:presLayoutVars>
          <dgm:bulletEnabled val="1"/>
        </dgm:presLayoutVars>
      </dgm:prSet>
      <dgm:spPr/>
    </dgm:pt>
    <dgm:pt modelId="{6E588DD7-DA56-40ED-98D6-CEE4FCD5A2F8}" type="pres">
      <dgm:prSet presAssocID="{86BC42B5-FE1B-4697-915A-CF192C75F8AF}" presName="sibTrans" presStyleCnt="0"/>
      <dgm:spPr/>
    </dgm:pt>
    <dgm:pt modelId="{E358B64A-8FDE-4A60-9100-AA88B54F1A8A}" type="pres">
      <dgm:prSet presAssocID="{C19B3885-A6E2-4C75-8E93-DA30CACEF5D5}" presName="compositeNode" presStyleCnt="0">
        <dgm:presLayoutVars>
          <dgm:bulletEnabled val="1"/>
        </dgm:presLayoutVars>
      </dgm:prSet>
      <dgm:spPr/>
    </dgm:pt>
    <dgm:pt modelId="{DC0C1DF4-EFCC-4CE1-9D3F-D6780A6AC889}" type="pres">
      <dgm:prSet presAssocID="{C19B3885-A6E2-4C75-8E93-DA30CACEF5D5}" presName="bgRect" presStyleLbl="alignNode1" presStyleIdx="1" presStyleCnt="6"/>
      <dgm:spPr/>
    </dgm:pt>
    <dgm:pt modelId="{721839BE-B69E-48F1-8A48-3ED0803584A2}" type="pres">
      <dgm:prSet presAssocID="{66E856E2-3C82-4676-A452-E1FAFCD459F9}" presName="sibTransNodeRect" presStyleLbl="alignNode1" presStyleIdx="1" presStyleCnt="6">
        <dgm:presLayoutVars>
          <dgm:chMax val="0"/>
          <dgm:bulletEnabled val="1"/>
        </dgm:presLayoutVars>
      </dgm:prSet>
      <dgm:spPr/>
    </dgm:pt>
    <dgm:pt modelId="{4065EB5A-5FCF-4168-A9DA-39079FFC0475}" type="pres">
      <dgm:prSet presAssocID="{C19B3885-A6E2-4C75-8E93-DA30CACEF5D5}" presName="nodeRect" presStyleLbl="alignNode1" presStyleIdx="1" presStyleCnt="6">
        <dgm:presLayoutVars>
          <dgm:bulletEnabled val="1"/>
        </dgm:presLayoutVars>
      </dgm:prSet>
      <dgm:spPr/>
    </dgm:pt>
    <dgm:pt modelId="{8FF40281-3F30-4277-A4F8-52041AA1DAD5}" type="pres">
      <dgm:prSet presAssocID="{66E856E2-3C82-4676-A452-E1FAFCD459F9}" presName="sibTrans" presStyleCnt="0"/>
      <dgm:spPr/>
    </dgm:pt>
    <dgm:pt modelId="{4DE62ACF-7AB2-411B-B49C-C538C5293DF8}" type="pres">
      <dgm:prSet presAssocID="{8B0609C8-931D-4CD3-940F-9E3096208692}" presName="compositeNode" presStyleCnt="0">
        <dgm:presLayoutVars>
          <dgm:bulletEnabled val="1"/>
        </dgm:presLayoutVars>
      </dgm:prSet>
      <dgm:spPr/>
    </dgm:pt>
    <dgm:pt modelId="{87B570DA-A96B-4BC5-80AC-025ED328BBE4}" type="pres">
      <dgm:prSet presAssocID="{8B0609C8-931D-4CD3-940F-9E3096208692}" presName="bgRect" presStyleLbl="alignNode1" presStyleIdx="2" presStyleCnt="6"/>
      <dgm:spPr/>
    </dgm:pt>
    <dgm:pt modelId="{11C319A4-09C6-4AD8-9B14-C1904F1B4ED3}" type="pres">
      <dgm:prSet presAssocID="{10CEEACD-A072-4FB4-BA0A-BA2A78DB2889}" presName="sibTransNodeRect" presStyleLbl="alignNode1" presStyleIdx="2" presStyleCnt="6">
        <dgm:presLayoutVars>
          <dgm:chMax val="0"/>
          <dgm:bulletEnabled val="1"/>
        </dgm:presLayoutVars>
      </dgm:prSet>
      <dgm:spPr/>
    </dgm:pt>
    <dgm:pt modelId="{9471C198-D58E-4659-A9E0-6C1A36F05332}" type="pres">
      <dgm:prSet presAssocID="{8B0609C8-931D-4CD3-940F-9E3096208692}" presName="nodeRect" presStyleLbl="alignNode1" presStyleIdx="2" presStyleCnt="6">
        <dgm:presLayoutVars>
          <dgm:bulletEnabled val="1"/>
        </dgm:presLayoutVars>
      </dgm:prSet>
      <dgm:spPr/>
    </dgm:pt>
    <dgm:pt modelId="{4A81804E-18AA-4113-852C-8C0E54081DD1}" type="pres">
      <dgm:prSet presAssocID="{10CEEACD-A072-4FB4-BA0A-BA2A78DB2889}" presName="sibTrans" presStyleCnt="0"/>
      <dgm:spPr/>
    </dgm:pt>
    <dgm:pt modelId="{1423EE5A-842F-4970-9BF8-3433408D934F}" type="pres">
      <dgm:prSet presAssocID="{B1880AEA-8DBD-479D-BAD3-2EB8057B2D59}" presName="compositeNode" presStyleCnt="0">
        <dgm:presLayoutVars>
          <dgm:bulletEnabled val="1"/>
        </dgm:presLayoutVars>
      </dgm:prSet>
      <dgm:spPr/>
    </dgm:pt>
    <dgm:pt modelId="{757E9D35-6F46-449D-A1DE-3FB4CA55FCCD}" type="pres">
      <dgm:prSet presAssocID="{B1880AEA-8DBD-479D-BAD3-2EB8057B2D59}" presName="bgRect" presStyleLbl="alignNode1" presStyleIdx="3" presStyleCnt="6"/>
      <dgm:spPr/>
    </dgm:pt>
    <dgm:pt modelId="{331D7E92-0BC3-49E9-AF87-A2FFABC2DAEF}" type="pres">
      <dgm:prSet presAssocID="{6CFFEE00-4260-4667-93E6-C746DC47BCD2}" presName="sibTransNodeRect" presStyleLbl="alignNode1" presStyleIdx="3" presStyleCnt="6">
        <dgm:presLayoutVars>
          <dgm:chMax val="0"/>
          <dgm:bulletEnabled val="1"/>
        </dgm:presLayoutVars>
      </dgm:prSet>
      <dgm:spPr/>
    </dgm:pt>
    <dgm:pt modelId="{9DF05CAF-3012-4F3B-802B-295CA531CF88}" type="pres">
      <dgm:prSet presAssocID="{B1880AEA-8DBD-479D-BAD3-2EB8057B2D59}" presName="nodeRect" presStyleLbl="alignNode1" presStyleIdx="3" presStyleCnt="6">
        <dgm:presLayoutVars>
          <dgm:bulletEnabled val="1"/>
        </dgm:presLayoutVars>
      </dgm:prSet>
      <dgm:spPr/>
    </dgm:pt>
    <dgm:pt modelId="{14A8A1F3-FD03-4BBE-8D4C-6369417F6F52}" type="pres">
      <dgm:prSet presAssocID="{6CFFEE00-4260-4667-93E6-C746DC47BCD2}" presName="sibTrans" presStyleCnt="0"/>
      <dgm:spPr/>
    </dgm:pt>
    <dgm:pt modelId="{EE868538-73C3-4558-BE05-3421BD40B0E7}" type="pres">
      <dgm:prSet presAssocID="{F37A41DD-C172-4BCA-9A47-81BB4C409AE3}" presName="compositeNode" presStyleCnt="0">
        <dgm:presLayoutVars>
          <dgm:bulletEnabled val="1"/>
        </dgm:presLayoutVars>
      </dgm:prSet>
      <dgm:spPr/>
    </dgm:pt>
    <dgm:pt modelId="{6FB0BE9B-1CE4-45AF-B1E2-228E038D41E5}" type="pres">
      <dgm:prSet presAssocID="{F37A41DD-C172-4BCA-9A47-81BB4C409AE3}" presName="bgRect" presStyleLbl="alignNode1" presStyleIdx="4" presStyleCnt="6"/>
      <dgm:spPr/>
    </dgm:pt>
    <dgm:pt modelId="{1D43F921-755C-4035-A255-00C54A4DBF06}" type="pres">
      <dgm:prSet presAssocID="{3A49BD2C-29AF-451F-B6F7-DB539419DB55}" presName="sibTransNodeRect" presStyleLbl="alignNode1" presStyleIdx="4" presStyleCnt="6">
        <dgm:presLayoutVars>
          <dgm:chMax val="0"/>
          <dgm:bulletEnabled val="1"/>
        </dgm:presLayoutVars>
      </dgm:prSet>
      <dgm:spPr/>
    </dgm:pt>
    <dgm:pt modelId="{9DDDF0B7-7553-4AB7-A347-6F3CC736458E}" type="pres">
      <dgm:prSet presAssocID="{F37A41DD-C172-4BCA-9A47-81BB4C409AE3}" presName="nodeRect" presStyleLbl="alignNode1" presStyleIdx="4" presStyleCnt="6">
        <dgm:presLayoutVars>
          <dgm:bulletEnabled val="1"/>
        </dgm:presLayoutVars>
      </dgm:prSet>
      <dgm:spPr/>
    </dgm:pt>
    <dgm:pt modelId="{6F8D0872-9C24-4223-9224-8255462C1953}" type="pres">
      <dgm:prSet presAssocID="{3A49BD2C-29AF-451F-B6F7-DB539419DB55}" presName="sibTrans" presStyleCnt="0"/>
      <dgm:spPr/>
    </dgm:pt>
    <dgm:pt modelId="{D20AF092-FC5C-48A0-81EE-B3D823F5786D}" type="pres">
      <dgm:prSet presAssocID="{DD41D92A-C561-495C-8EA8-4C8DC4448200}" presName="compositeNode" presStyleCnt="0">
        <dgm:presLayoutVars>
          <dgm:bulletEnabled val="1"/>
        </dgm:presLayoutVars>
      </dgm:prSet>
      <dgm:spPr/>
    </dgm:pt>
    <dgm:pt modelId="{7E62FDB6-8177-4D52-84BA-9AE46C0DE359}" type="pres">
      <dgm:prSet presAssocID="{DD41D92A-C561-495C-8EA8-4C8DC4448200}" presName="bgRect" presStyleLbl="alignNode1" presStyleIdx="5" presStyleCnt="6"/>
      <dgm:spPr/>
    </dgm:pt>
    <dgm:pt modelId="{F9A51156-9C91-45AD-8BAC-92AA5E2CD17C}" type="pres">
      <dgm:prSet presAssocID="{D8B1D9BF-6789-4C1F-99B6-96A6B19A983E}" presName="sibTransNodeRect" presStyleLbl="alignNode1" presStyleIdx="5" presStyleCnt="6">
        <dgm:presLayoutVars>
          <dgm:chMax val="0"/>
          <dgm:bulletEnabled val="1"/>
        </dgm:presLayoutVars>
      </dgm:prSet>
      <dgm:spPr/>
    </dgm:pt>
    <dgm:pt modelId="{AAE1FB9B-A98D-4198-A660-549C0AD4E137}" type="pres">
      <dgm:prSet presAssocID="{DD41D92A-C561-495C-8EA8-4C8DC4448200}" presName="nodeRect" presStyleLbl="alignNode1" presStyleIdx="5" presStyleCnt="6">
        <dgm:presLayoutVars>
          <dgm:bulletEnabled val="1"/>
        </dgm:presLayoutVars>
      </dgm:prSet>
      <dgm:spPr/>
    </dgm:pt>
  </dgm:ptLst>
  <dgm:cxnLst>
    <dgm:cxn modelId="{784B4401-378E-49A0-A22B-E05F718A85E0}" srcId="{D13C41BE-F36C-4407-B897-621114CD5587}" destId="{C19B3885-A6E2-4C75-8E93-DA30CACEF5D5}" srcOrd="1" destOrd="0" parTransId="{8EB38C02-5272-4960-B301-A76B0611ABB4}" sibTransId="{66E856E2-3C82-4676-A452-E1FAFCD459F9}"/>
    <dgm:cxn modelId="{1511BF01-89A2-4CE8-AD06-CFC255172FDF}" srcId="{D13C41BE-F36C-4407-B897-621114CD5587}" destId="{B1880AEA-8DBD-479D-BAD3-2EB8057B2D59}" srcOrd="3" destOrd="0" parTransId="{E89D597E-FCE3-4279-AB9D-783CBCFEA215}" sibTransId="{6CFFEE00-4260-4667-93E6-C746DC47BCD2}"/>
    <dgm:cxn modelId="{BC20C904-27DA-4A36-B4A7-6DB30FA01CB7}" type="presOf" srcId="{B1880AEA-8DBD-479D-BAD3-2EB8057B2D59}" destId="{757E9D35-6F46-449D-A1DE-3FB4CA55FCCD}" srcOrd="0" destOrd="0" presId="urn:microsoft.com/office/officeart/2016/7/layout/LinearBlockProcessNumbered"/>
    <dgm:cxn modelId="{3784BC11-5028-44FA-8DC6-7EFFC570B1AE}" type="presOf" srcId="{DD41D92A-C561-495C-8EA8-4C8DC4448200}" destId="{7E62FDB6-8177-4D52-84BA-9AE46C0DE359}" srcOrd="0" destOrd="0" presId="urn:microsoft.com/office/officeart/2016/7/layout/LinearBlockProcessNumbered"/>
    <dgm:cxn modelId="{DFB72E12-EEEE-43B2-A821-5B2F46A7F472}" type="presOf" srcId="{D8B1D9BF-6789-4C1F-99B6-96A6B19A983E}" destId="{F9A51156-9C91-45AD-8BAC-92AA5E2CD17C}" srcOrd="0" destOrd="0" presId="urn:microsoft.com/office/officeart/2016/7/layout/LinearBlockProcessNumbered"/>
    <dgm:cxn modelId="{B0DE3E19-3A35-4357-B799-DE2A4E2212F8}" type="presOf" srcId="{F37A41DD-C172-4BCA-9A47-81BB4C409AE3}" destId="{6FB0BE9B-1CE4-45AF-B1E2-228E038D41E5}" srcOrd="0" destOrd="0" presId="urn:microsoft.com/office/officeart/2016/7/layout/LinearBlockProcessNumbered"/>
    <dgm:cxn modelId="{45A0E929-842C-4727-BBD9-A095BF644007}" type="presOf" srcId="{C19B3885-A6E2-4C75-8E93-DA30CACEF5D5}" destId="{DC0C1DF4-EFCC-4CE1-9D3F-D6780A6AC889}" srcOrd="0" destOrd="0" presId="urn:microsoft.com/office/officeart/2016/7/layout/LinearBlockProcessNumbered"/>
    <dgm:cxn modelId="{854D452A-6A71-4550-8C4D-052CEFAB98B2}" type="presOf" srcId="{8B0609C8-931D-4CD3-940F-9E3096208692}" destId="{9471C198-D58E-4659-A9E0-6C1A36F05332}" srcOrd="1" destOrd="0" presId="urn:microsoft.com/office/officeart/2016/7/layout/LinearBlockProcessNumbered"/>
    <dgm:cxn modelId="{5D93363B-995D-4158-9C0F-9DAE37F9D23B}" type="presOf" srcId="{3A49BD2C-29AF-451F-B6F7-DB539419DB55}" destId="{1D43F921-755C-4035-A255-00C54A4DBF06}" srcOrd="0" destOrd="0" presId="urn:microsoft.com/office/officeart/2016/7/layout/LinearBlockProcessNumbered"/>
    <dgm:cxn modelId="{EDDCA542-30BA-4899-9067-86BAED7D130C}" type="presOf" srcId="{86BC42B5-FE1B-4697-915A-CF192C75F8AF}" destId="{116AE619-37F8-40E7-9D7F-2709E993BD97}" srcOrd="0" destOrd="0" presId="urn:microsoft.com/office/officeart/2016/7/layout/LinearBlockProcessNumbered"/>
    <dgm:cxn modelId="{44184F6B-847F-4C33-A9F7-82C82CE34601}" type="presOf" srcId="{6CFFEE00-4260-4667-93E6-C746DC47BCD2}" destId="{331D7E92-0BC3-49E9-AF87-A2FFABC2DAEF}" srcOrd="0" destOrd="0" presId="urn:microsoft.com/office/officeart/2016/7/layout/LinearBlockProcessNumbered"/>
    <dgm:cxn modelId="{41CA7C4F-B1F3-4C2B-B163-43CC4C8A022A}" type="presOf" srcId="{10CEEACD-A072-4FB4-BA0A-BA2A78DB2889}" destId="{11C319A4-09C6-4AD8-9B14-C1904F1B4ED3}" srcOrd="0" destOrd="0" presId="urn:microsoft.com/office/officeart/2016/7/layout/LinearBlockProcessNumbered"/>
    <dgm:cxn modelId="{4DFD7972-718C-4106-9C49-F9F0509409D4}" type="presOf" srcId="{DD41D92A-C561-495C-8EA8-4C8DC4448200}" destId="{AAE1FB9B-A98D-4198-A660-549C0AD4E137}" srcOrd="1" destOrd="0" presId="urn:microsoft.com/office/officeart/2016/7/layout/LinearBlockProcessNumbered"/>
    <dgm:cxn modelId="{D7CA1973-EC25-4EAC-AA63-D21C6DACA8E8}" type="presOf" srcId="{B1880AEA-8DBD-479D-BAD3-2EB8057B2D59}" destId="{9DF05CAF-3012-4F3B-802B-295CA531CF88}" srcOrd="1" destOrd="0" presId="urn:microsoft.com/office/officeart/2016/7/layout/LinearBlockProcessNumbered"/>
    <dgm:cxn modelId="{2610018B-5A85-4BA6-A8CC-FA0C64EBBA75}" srcId="{D13C41BE-F36C-4407-B897-621114CD5587}" destId="{577039B6-6E72-4897-A525-EEB86A5B9DFF}" srcOrd="0" destOrd="0" parTransId="{589FEE58-0CF4-4FD7-A28D-7916C2C59FC1}" sibTransId="{86BC42B5-FE1B-4697-915A-CF192C75F8AF}"/>
    <dgm:cxn modelId="{81977291-597E-4283-B3FA-DCA3481FA764}" type="presOf" srcId="{D13C41BE-F36C-4407-B897-621114CD5587}" destId="{5D8F2A88-3F84-4F5A-95F1-91C322764DF4}" srcOrd="0" destOrd="0" presId="urn:microsoft.com/office/officeart/2016/7/layout/LinearBlockProcessNumbered"/>
    <dgm:cxn modelId="{3D592593-3585-4A31-907A-B3661D94C8F0}" type="presOf" srcId="{66E856E2-3C82-4676-A452-E1FAFCD459F9}" destId="{721839BE-B69E-48F1-8A48-3ED0803584A2}" srcOrd="0" destOrd="0" presId="urn:microsoft.com/office/officeart/2016/7/layout/LinearBlockProcessNumbered"/>
    <dgm:cxn modelId="{67D92599-3A73-4CD6-B1CA-A87DF7589C02}" srcId="{D13C41BE-F36C-4407-B897-621114CD5587}" destId="{F37A41DD-C172-4BCA-9A47-81BB4C409AE3}" srcOrd="4" destOrd="0" parTransId="{696DB9F4-4E03-4701-9D32-6A0B0FFD0C1A}" sibTransId="{3A49BD2C-29AF-451F-B6F7-DB539419DB55}"/>
    <dgm:cxn modelId="{F12696A3-1D95-48CC-AF26-C8400DEF1446}" type="presOf" srcId="{F37A41DD-C172-4BCA-9A47-81BB4C409AE3}" destId="{9DDDF0B7-7553-4AB7-A347-6F3CC736458E}" srcOrd="1" destOrd="0" presId="urn:microsoft.com/office/officeart/2016/7/layout/LinearBlockProcessNumbered"/>
    <dgm:cxn modelId="{AB3C36AD-65BF-4537-91C2-055219D2C3A5}" type="presOf" srcId="{577039B6-6E72-4897-A525-EEB86A5B9DFF}" destId="{45E0CD5A-05F1-43D3-BC5D-DE6E1629DB35}" srcOrd="0" destOrd="0" presId="urn:microsoft.com/office/officeart/2016/7/layout/LinearBlockProcessNumbered"/>
    <dgm:cxn modelId="{4F63E7BF-D13B-42DE-AE5E-7708592EDA0C}" type="presOf" srcId="{C19B3885-A6E2-4C75-8E93-DA30CACEF5D5}" destId="{4065EB5A-5FCF-4168-A9DA-39079FFC0475}" srcOrd="1" destOrd="0" presId="urn:microsoft.com/office/officeart/2016/7/layout/LinearBlockProcessNumbered"/>
    <dgm:cxn modelId="{14AB13D9-F9D6-4021-BFC7-1AA7ED659479}" srcId="{D13C41BE-F36C-4407-B897-621114CD5587}" destId="{DD41D92A-C561-495C-8EA8-4C8DC4448200}" srcOrd="5" destOrd="0" parTransId="{3273FB5B-B953-488C-9CC9-BCF685AAE620}" sibTransId="{D8B1D9BF-6789-4C1F-99B6-96A6B19A983E}"/>
    <dgm:cxn modelId="{C2F94ADA-F8C1-4412-A6D1-EA441616C82A}" type="presOf" srcId="{8B0609C8-931D-4CD3-940F-9E3096208692}" destId="{87B570DA-A96B-4BC5-80AC-025ED328BBE4}" srcOrd="0" destOrd="0" presId="urn:microsoft.com/office/officeart/2016/7/layout/LinearBlockProcessNumbered"/>
    <dgm:cxn modelId="{822CFBED-8B00-46CD-AB50-E6F5EE7E0C84}" srcId="{D13C41BE-F36C-4407-B897-621114CD5587}" destId="{8B0609C8-931D-4CD3-940F-9E3096208692}" srcOrd="2" destOrd="0" parTransId="{74E2EEE4-5B43-4965-9242-8F0A59F25DF4}" sibTransId="{10CEEACD-A072-4FB4-BA0A-BA2A78DB2889}"/>
    <dgm:cxn modelId="{D0FB80FE-F59B-4A68-A7AC-5B18D33656A5}" type="presOf" srcId="{577039B6-6E72-4897-A525-EEB86A5B9DFF}" destId="{A4678FD3-A6F9-40D6-A809-D38D4BCBFB14}" srcOrd="1" destOrd="0" presId="urn:microsoft.com/office/officeart/2016/7/layout/LinearBlockProcessNumbered"/>
    <dgm:cxn modelId="{F1BED593-B65A-4F72-B2EE-A4AF629BFC5E}" type="presParOf" srcId="{5D8F2A88-3F84-4F5A-95F1-91C322764DF4}" destId="{180C0D2F-C615-473D-9DEB-4B5AEE5F0FA1}" srcOrd="0" destOrd="0" presId="urn:microsoft.com/office/officeart/2016/7/layout/LinearBlockProcessNumbered"/>
    <dgm:cxn modelId="{30489924-EA85-4084-9171-077416227F48}" type="presParOf" srcId="{180C0D2F-C615-473D-9DEB-4B5AEE5F0FA1}" destId="{45E0CD5A-05F1-43D3-BC5D-DE6E1629DB35}" srcOrd="0" destOrd="0" presId="urn:microsoft.com/office/officeart/2016/7/layout/LinearBlockProcessNumbered"/>
    <dgm:cxn modelId="{F27984A8-D709-4089-AA7E-C17BDAC7A12E}" type="presParOf" srcId="{180C0D2F-C615-473D-9DEB-4B5AEE5F0FA1}" destId="{116AE619-37F8-40E7-9D7F-2709E993BD97}" srcOrd="1" destOrd="0" presId="urn:microsoft.com/office/officeart/2016/7/layout/LinearBlockProcessNumbered"/>
    <dgm:cxn modelId="{F3F1D1B0-AD08-4564-BB64-F67057CF02B7}" type="presParOf" srcId="{180C0D2F-C615-473D-9DEB-4B5AEE5F0FA1}" destId="{A4678FD3-A6F9-40D6-A809-D38D4BCBFB14}" srcOrd="2" destOrd="0" presId="urn:microsoft.com/office/officeart/2016/7/layout/LinearBlockProcessNumbered"/>
    <dgm:cxn modelId="{A0294208-CF93-4A94-84C1-95C00FDB2EA5}" type="presParOf" srcId="{5D8F2A88-3F84-4F5A-95F1-91C322764DF4}" destId="{6E588DD7-DA56-40ED-98D6-CEE4FCD5A2F8}" srcOrd="1" destOrd="0" presId="urn:microsoft.com/office/officeart/2016/7/layout/LinearBlockProcessNumbered"/>
    <dgm:cxn modelId="{425EEB88-820C-4299-84BC-94BC700CE497}" type="presParOf" srcId="{5D8F2A88-3F84-4F5A-95F1-91C322764DF4}" destId="{E358B64A-8FDE-4A60-9100-AA88B54F1A8A}" srcOrd="2" destOrd="0" presId="urn:microsoft.com/office/officeart/2016/7/layout/LinearBlockProcessNumbered"/>
    <dgm:cxn modelId="{5E4945F1-4854-45DA-BFF6-B0CEBC52EE2A}" type="presParOf" srcId="{E358B64A-8FDE-4A60-9100-AA88B54F1A8A}" destId="{DC0C1DF4-EFCC-4CE1-9D3F-D6780A6AC889}" srcOrd="0" destOrd="0" presId="urn:microsoft.com/office/officeart/2016/7/layout/LinearBlockProcessNumbered"/>
    <dgm:cxn modelId="{CFEF68DF-7CD0-4064-8E1C-8B9B1EDE0F88}" type="presParOf" srcId="{E358B64A-8FDE-4A60-9100-AA88B54F1A8A}" destId="{721839BE-B69E-48F1-8A48-3ED0803584A2}" srcOrd="1" destOrd="0" presId="urn:microsoft.com/office/officeart/2016/7/layout/LinearBlockProcessNumbered"/>
    <dgm:cxn modelId="{D75354AA-B30A-499B-BE6B-2ABAC32FA29E}" type="presParOf" srcId="{E358B64A-8FDE-4A60-9100-AA88B54F1A8A}" destId="{4065EB5A-5FCF-4168-A9DA-39079FFC0475}" srcOrd="2" destOrd="0" presId="urn:microsoft.com/office/officeart/2016/7/layout/LinearBlockProcessNumbered"/>
    <dgm:cxn modelId="{984C6746-E9CF-43F3-B22E-95AD59389F25}" type="presParOf" srcId="{5D8F2A88-3F84-4F5A-95F1-91C322764DF4}" destId="{8FF40281-3F30-4277-A4F8-52041AA1DAD5}" srcOrd="3" destOrd="0" presId="urn:microsoft.com/office/officeart/2016/7/layout/LinearBlockProcessNumbered"/>
    <dgm:cxn modelId="{1C827994-BE3B-41BB-B0CF-32BA525F9246}" type="presParOf" srcId="{5D8F2A88-3F84-4F5A-95F1-91C322764DF4}" destId="{4DE62ACF-7AB2-411B-B49C-C538C5293DF8}" srcOrd="4" destOrd="0" presId="urn:microsoft.com/office/officeart/2016/7/layout/LinearBlockProcessNumbered"/>
    <dgm:cxn modelId="{7370A459-1B63-4E57-BB9C-421B82AFEF9C}" type="presParOf" srcId="{4DE62ACF-7AB2-411B-B49C-C538C5293DF8}" destId="{87B570DA-A96B-4BC5-80AC-025ED328BBE4}" srcOrd="0" destOrd="0" presId="urn:microsoft.com/office/officeart/2016/7/layout/LinearBlockProcessNumbered"/>
    <dgm:cxn modelId="{E26822F5-3E89-4B18-BAE1-27F494316F43}" type="presParOf" srcId="{4DE62ACF-7AB2-411B-B49C-C538C5293DF8}" destId="{11C319A4-09C6-4AD8-9B14-C1904F1B4ED3}" srcOrd="1" destOrd="0" presId="urn:microsoft.com/office/officeart/2016/7/layout/LinearBlockProcessNumbered"/>
    <dgm:cxn modelId="{09953BA2-622E-4923-97FD-0021CDCAB466}" type="presParOf" srcId="{4DE62ACF-7AB2-411B-B49C-C538C5293DF8}" destId="{9471C198-D58E-4659-A9E0-6C1A36F05332}" srcOrd="2" destOrd="0" presId="urn:microsoft.com/office/officeart/2016/7/layout/LinearBlockProcessNumbered"/>
    <dgm:cxn modelId="{6EE04BFC-47F3-416F-B3DB-409CB804F791}" type="presParOf" srcId="{5D8F2A88-3F84-4F5A-95F1-91C322764DF4}" destId="{4A81804E-18AA-4113-852C-8C0E54081DD1}" srcOrd="5" destOrd="0" presId="urn:microsoft.com/office/officeart/2016/7/layout/LinearBlockProcessNumbered"/>
    <dgm:cxn modelId="{92D8089F-1EDA-4889-BF1B-3F26D661694E}" type="presParOf" srcId="{5D8F2A88-3F84-4F5A-95F1-91C322764DF4}" destId="{1423EE5A-842F-4970-9BF8-3433408D934F}" srcOrd="6" destOrd="0" presId="urn:microsoft.com/office/officeart/2016/7/layout/LinearBlockProcessNumbered"/>
    <dgm:cxn modelId="{C8C644DF-CD52-44C8-852F-FB983D2E451D}" type="presParOf" srcId="{1423EE5A-842F-4970-9BF8-3433408D934F}" destId="{757E9D35-6F46-449D-A1DE-3FB4CA55FCCD}" srcOrd="0" destOrd="0" presId="urn:microsoft.com/office/officeart/2016/7/layout/LinearBlockProcessNumbered"/>
    <dgm:cxn modelId="{26C58448-05E3-4681-B4EF-A80F9CAB8F2F}" type="presParOf" srcId="{1423EE5A-842F-4970-9BF8-3433408D934F}" destId="{331D7E92-0BC3-49E9-AF87-A2FFABC2DAEF}" srcOrd="1" destOrd="0" presId="urn:microsoft.com/office/officeart/2016/7/layout/LinearBlockProcessNumbered"/>
    <dgm:cxn modelId="{67EA056A-DE0B-4CF8-B522-4EB3EED32FCE}" type="presParOf" srcId="{1423EE5A-842F-4970-9BF8-3433408D934F}" destId="{9DF05CAF-3012-4F3B-802B-295CA531CF88}" srcOrd="2" destOrd="0" presId="urn:microsoft.com/office/officeart/2016/7/layout/LinearBlockProcessNumbered"/>
    <dgm:cxn modelId="{A0601D79-D681-448A-90D6-B0FD6A2CC041}" type="presParOf" srcId="{5D8F2A88-3F84-4F5A-95F1-91C322764DF4}" destId="{14A8A1F3-FD03-4BBE-8D4C-6369417F6F52}" srcOrd="7" destOrd="0" presId="urn:microsoft.com/office/officeart/2016/7/layout/LinearBlockProcessNumbered"/>
    <dgm:cxn modelId="{E72399E5-73F6-4B65-BBB7-1ECCA300A387}" type="presParOf" srcId="{5D8F2A88-3F84-4F5A-95F1-91C322764DF4}" destId="{EE868538-73C3-4558-BE05-3421BD40B0E7}" srcOrd="8" destOrd="0" presId="urn:microsoft.com/office/officeart/2016/7/layout/LinearBlockProcessNumbered"/>
    <dgm:cxn modelId="{B8FACADF-42E0-41BF-86F7-3BC1EE1E4BC9}" type="presParOf" srcId="{EE868538-73C3-4558-BE05-3421BD40B0E7}" destId="{6FB0BE9B-1CE4-45AF-B1E2-228E038D41E5}" srcOrd="0" destOrd="0" presId="urn:microsoft.com/office/officeart/2016/7/layout/LinearBlockProcessNumbered"/>
    <dgm:cxn modelId="{27E8F388-F1C5-4112-8B4C-EB3C39EC1424}" type="presParOf" srcId="{EE868538-73C3-4558-BE05-3421BD40B0E7}" destId="{1D43F921-755C-4035-A255-00C54A4DBF06}" srcOrd="1" destOrd="0" presId="urn:microsoft.com/office/officeart/2016/7/layout/LinearBlockProcessNumbered"/>
    <dgm:cxn modelId="{DDAD4531-7EC5-466C-A15B-A21DD5CCC5D3}" type="presParOf" srcId="{EE868538-73C3-4558-BE05-3421BD40B0E7}" destId="{9DDDF0B7-7553-4AB7-A347-6F3CC736458E}" srcOrd="2" destOrd="0" presId="urn:microsoft.com/office/officeart/2016/7/layout/LinearBlockProcessNumbered"/>
    <dgm:cxn modelId="{A7004E59-A90F-4419-9651-3F7A1F82CEF5}" type="presParOf" srcId="{5D8F2A88-3F84-4F5A-95F1-91C322764DF4}" destId="{6F8D0872-9C24-4223-9224-8255462C1953}" srcOrd="9" destOrd="0" presId="urn:microsoft.com/office/officeart/2016/7/layout/LinearBlockProcessNumbered"/>
    <dgm:cxn modelId="{94AC3B37-0B40-449D-891E-FCBAAB9A4FC2}" type="presParOf" srcId="{5D8F2A88-3F84-4F5A-95F1-91C322764DF4}" destId="{D20AF092-FC5C-48A0-81EE-B3D823F5786D}" srcOrd="10" destOrd="0" presId="urn:microsoft.com/office/officeart/2016/7/layout/LinearBlockProcessNumbered"/>
    <dgm:cxn modelId="{EA1FB6A2-6F8C-4314-80A4-E0931990D3B0}" type="presParOf" srcId="{D20AF092-FC5C-48A0-81EE-B3D823F5786D}" destId="{7E62FDB6-8177-4D52-84BA-9AE46C0DE359}" srcOrd="0" destOrd="0" presId="urn:microsoft.com/office/officeart/2016/7/layout/LinearBlockProcessNumbered"/>
    <dgm:cxn modelId="{3D543CC9-078E-477D-9F5D-6593FEEB47B4}" type="presParOf" srcId="{D20AF092-FC5C-48A0-81EE-B3D823F5786D}" destId="{F9A51156-9C91-45AD-8BAC-92AA5E2CD17C}" srcOrd="1" destOrd="0" presId="urn:microsoft.com/office/officeart/2016/7/layout/LinearBlockProcessNumbered"/>
    <dgm:cxn modelId="{10554556-A98E-48F4-A897-285A2125CA7C}" type="presParOf" srcId="{D20AF092-FC5C-48A0-81EE-B3D823F5786D}" destId="{AAE1FB9B-A98D-4198-A660-549C0AD4E137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A90C44-85AC-4E80-852A-F00AFB10A93B}">
      <dsp:nvSpPr>
        <dsp:cNvPr id="0" name=""/>
        <dsp:cNvSpPr/>
      </dsp:nvSpPr>
      <dsp:spPr>
        <a:xfrm>
          <a:off x="489978" y="1564257"/>
          <a:ext cx="1372500" cy="13725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6B4F7A-09DD-46CC-BD56-C34A9E3D91FF}">
      <dsp:nvSpPr>
        <dsp:cNvPr id="0" name=""/>
        <dsp:cNvSpPr/>
      </dsp:nvSpPr>
      <dsp:spPr>
        <a:xfrm>
          <a:off x="782478" y="1856757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5B6CEE-DFDA-40D7-B9D2-FE64479B9809}">
      <dsp:nvSpPr>
        <dsp:cNvPr id="0" name=""/>
        <dsp:cNvSpPr/>
      </dsp:nvSpPr>
      <dsp:spPr>
        <a:xfrm>
          <a:off x="51228" y="3364258"/>
          <a:ext cx="225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baseline="0"/>
            <a:t>Traditional library management can be inefficient, lacking integration and data insights.</a:t>
          </a:r>
          <a:endParaRPr lang="en-US" sz="1100" kern="1200"/>
        </a:p>
      </dsp:txBody>
      <dsp:txXfrm>
        <a:off x="51228" y="3364258"/>
        <a:ext cx="2250000" cy="855000"/>
      </dsp:txXfrm>
    </dsp:sp>
    <dsp:sp modelId="{AA77E9C0-A7F4-4FA8-9876-BAF5B128869F}">
      <dsp:nvSpPr>
        <dsp:cNvPr id="0" name=""/>
        <dsp:cNvSpPr/>
      </dsp:nvSpPr>
      <dsp:spPr>
        <a:xfrm>
          <a:off x="3133728" y="1564257"/>
          <a:ext cx="1372500" cy="13725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293199-4A15-49E6-B297-953650B8DA21}">
      <dsp:nvSpPr>
        <dsp:cNvPr id="0" name=""/>
        <dsp:cNvSpPr/>
      </dsp:nvSpPr>
      <dsp:spPr>
        <a:xfrm>
          <a:off x="3426228" y="1856757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DD9D06-2EF4-44F0-BB1A-B5C1C4B90B45}">
      <dsp:nvSpPr>
        <dsp:cNvPr id="0" name=""/>
        <dsp:cNvSpPr/>
      </dsp:nvSpPr>
      <dsp:spPr>
        <a:xfrm>
          <a:off x="2694978" y="3364258"/>
          <a:ext cx="225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baseline="0"/>
            <a:t>This project addresses the need for a modern, web-based Library Management System (LMS) supporting multiple schools.</a:t>
          </a:r>
          <a:endParaRPr lang="en-US" sz="1100" kern="1200"/>
        </a:p>
      </dsp:txBody>
      <dsp:txXfrm>
        <a:off x="2694978" y="3364258"/>
        <a:ext cx="2250000" cy="85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5A3D4-EB6F-4AD9-B7DD-5CD96E59F4AD}">
      <dsp:nvSpPr>
        <dsp:cNvPr id="0" name=""/>
        <dsp:cNvSpPr/>
      </dsp:nvSpPr>
      <dsp:spPr>
        <a:xfrm>
          <a:off x="0" y="2398"/>
          <a:ext cx="6668792" cy="12154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202BF4-F204-4411-9B93-D91C4804B707}">
      <dsp:nvSpPr>
        <dsp:cNvPr id="0" name=""/>
        <dsp:cNvSpPr/>
      </dsp:nvSpPr>
      <dsp:spPr>
        <a:xfrm>
          <a:off x="367661" y="275865"/>
          <a:ext cx="668476" cy="6684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4DD73-2433-4FD8-8840-32FDCA593ECE}">
      <dsp:nvSpPr>
        <dsp:cNvPr id="0" name=""/>
        <dsp:cNvSpPr/>
      </dsp:nvSpPr>
      <dsp:spPr>
        <a:xfrm>
          <a:off x="1403800" y="2398"/>
          <a:ext cx="5264991" cy="121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1" tIns="128631" rIns="128631" bIns="1286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Implement core library functions: Book Cataloging (Manual/ISBN), User Management (Roles: Student, Librarian, Admin), School Management.</a:t>
          </a:r>
          <a:endParaRPr lang="en-US" sz="1700" kern="1200"/>
        </a:p>
      </dsp:txBody>
      <dsp:txXfrm>
        <a:off x="1403800" y="2398"/>
        <a:ext cx="5264991" cy="1215411"/>
      </dsp:txXfrm>
    </dsp:sp>
    <dsp:sp modelId="{0B9DA712-C296-49E1-BEFF-2EEF19A11F6F}">
      <dsp:nvSpPr>
        <dsp:cNvPr id="0" name=""/>
        <dsp:cNvSpPr/>
      </dsp:nvSpPr>
      <dsp:spPr>
        <a:xfrm>
          <a:off x="0" y="1521662"/>
          <a:ext cx="6668792" cy="12154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AB8F82-6C35-43EF-B234-09CD7A78ECB3}">
      <dsp:nvSpPr>
        <dsp:cNvPr id="0" name=""/>
        <dsp:cNvSpPr/>
      </dsp:nvSpPr>
      <dsp:spPr>
        <a:xfrm>
          <a:off x="367661" y="1795129"/>
          <a:ext cx="668476" cy="6684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3DA5BB-DF7E-4347-8AC0-0FE6A1BDEB28}">
      <dsp:nvSpPr>
        <dsp:cNvPr id="0" name=""/>
        <dsp:cNvSpPr/>
      </dsp:nvSpPr>
      <dsp:spPr>
        <a:xfrm>
          <a:off x="1403800" y="1521662"/>
          <a:ext cx="5264991" cy="121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1" tIns="128631" rIns="128631" bIns="1286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Develop a robust circulation system: Loans, Reservations, and an automated Waitlist-to-Reservation flow.</a:t>
          </a:r>
          <a:endParaRPr lang="en-US" sz="1700" kern="1200"/>
        </a:p>
      </dsp:txBody>
      <dsp:txXfrm>
        <a:off x="1403800" y="1521662"/>
        <a:ext cx="5264991" cy="1215411"/>
      </dsp:txXfrm>
    </dsp:sp>
    <dsp:sp modelId="{9B47C1F1-A1E4-43FE-8884-7AFBAAF55708}">
      <dsp:nvSpPr>
        <dsp:cNvPr id="0" name=""/>
        <dsp:cNvSpPr/>
      </dsp:nvSpPr>
      <dsp:spPr>
        <a:xfrm>
          <a:off x="0" y="3040926"/>
          <a:ext cx="6668792" cy="12154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40E14F-DDBD-4B57-9B02-E4F866F73848}">
      <dsp:nvSpPr>
        <dsp:cNvPr id="0" name=""/>
        <dsp:cNvSpPr/>
      </dsp:nvSpPr>
      <dsp:spPr>
        <a:xfrm>
          <a:off x="367661" y="3314393"/>
          <a:ext cx="668476" cy="6684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31645F-249B-49BC-86A2-0DE828283E51}">
      <dsp:nvSpPr>
        <dsp:cNvPr id="0" name=""/>
        <dsp:cNvSpPr/>
      </dsp:nvSpPr>
      <dsp:spPr>
        <a:xfrm>
          <a:off x="1403800" y="3040926"/>
          <a:ext cx="5264991" cy="121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1" tIns="128631" rIns="128631" bIns="1286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Integrate an Analytics Dashboard providing insights into book popularity, demand, genre performance, and user activity.</a:t>
          </a:r>
          <a:endParaRPr lang="en-US" sz="1700" kern="1200"/>
        </a:p>
      </dsp:txBody>
      <dsp:txXfrm>
        <a:off x="1403800" y="3040926"/>
        <a:ext cx="5264991" cy="1215411"/>
      </dsp:txXfrm>
    </dsp:sp>
    <dsp:sp modelId="{CC4C2B96-A7FA-48E5-B4C8-2AC1A5E3DE2A}">
      <dsp:nvSpPr>
        <dsp:cNvPr id="0" name=""/>
        <dsp:cNvSpPr/>
      </dsp:nvSpPr>
      <dsp:spPr>
        <a:xfrm>
          <a:off x="0" y="4560190"/>
          <a:ext cx="6668792" cy="12154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5F9FE0-0947-414E-9E2B-146740BD6BC4}">
      <dsp:nvSpPr>
        <dsp:cNvPr id="0" name=""/>
        <dsp:cNvSpPr/>
      </dsp:nvSpPr>
      <dsp:spPr>
        <a:xfrm>
          <a:off x="367661" y="4833658"/>
          <a:ext cx="668476" cy="6684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915EAB-1654-4EC5-B5B8-4B0679DFA083}">
      <dsp:nvSpPr>
        <dsp:cNvPr id="0" name=""/>
        <dsp:cNvSpPr/>
      </dsp:nvSpPr>
      <dsp:spPr>
        <a:xfrm>
          <a:off x="1403800" y="4560190"/>
          <a:ext cx="5264991" cy="121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1" tIns="128631" rIns="128631" bIns="1286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/>
            <a:t>Utilize a modern tech stack (Vue.js, Node.js, tRPC, PostgreSQL, TypeORM) for type-safety and developer experience.</a:t>
          </a:r>
          <a:endParaRPr lang="en-US" sz="1700" kern="1200" dirty="0"/>
        </a:p>
      </dsp:txBody>
      <dsp:txXfrm>
        <a:off x="1403800" y="4560190"/>
        <a:ext cx="5264991" cy="12154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7895D5-FF03-481A-9EE4-F0E896DCE384}">
      <dsp:nvSpPr>
        <dsp:cNvPr id="0" name=""/>
        <dsp:cNvSpPr/>
      </dsp:nvSpPr>
      <dsp:spPr>
        <a:xfrm>
          <a:off x="7987367" y="1131686"/>
          <a:ext cx="1021201" cy="4859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1194"/>
              </a:lnTo>
              <a:lnTo>
                <a:pt x="1021201" y="331194"/>
              </a:lnTo>
              <a:lnTo>
                <a:pt x="1021201" y="485999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B9035D-A854-4454-AC81-5A860729C01F}">
      <dsp:nvSpPr>
        <dsp:cNvPr id="0" name=""/>
        <dsp:cNvSpPr/>
      </dsp:nvSpPr>
      <dsp:spPr>
        <a:xfrm>
          <a:off x="6966166" y="1131686"/>
          <a:ext cx="1021201" cy="485999"/>
        </a:xfrm>
        <a:custGeom>
          <a:avLst/>
          <a:gdLst/>
          <a:ahLst/>
          <a:cxnLst/>
          <a:rect l="0" t="0" r="0" b="0"/>
          <a:pathLst>
            <a:path>
              <a:moveTo>
                <a:pt x="1021201" y="0"/>
              </a:moveTo>
              <a:lnTo>
                <a:pt x="1021201" y="331194"/>
              </a:lnTo>
              <a:lnTo>
                <a:pt x="0" y="331194"/>
              </a:lnTo>
              <a:lnTo>
                <a:pt x="0" y="485999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5BB20E-6331-4BD8-846B-E4242A8CEC34}">
      <dsp:nvSpPr>
        <dsp:cNvPr id="0" name=""/>
        <dsp:cNvSpPr/>
      </dsp:nvSpPr>
      <dsp:spPr>
        <a:xfrm>
          <a:off x="2881360" y="1131686"/>
          <a:ext cx="2042402" cy="4859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1194"/>
              </a:lnTo>
              <a:lnTo>
                <a:pt x="2042402" y="331194"/>
              </a:lnTo>
              <a:lnTo>
                <a:pt x="2042402" y="485999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46E1FA-8C9F-496A-8307-62B7DE25DA4B}">
      <dsp:nvSpPr>
        <dsp:cNvPr id="0" name=""/>
        <dsp:cNvSpPr/>
      </dsp:nvSpPr>
      <dsp:spPr>
        <a:xfrm>
          <a:off x="2835640" y="1131686"/>
          <a:ext cx="91440" cy="48599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85999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B564C8-F0FF-42A5-B68C-A5BF994B09E0}">
      <dsp:nvSpPr>
        <dsp:cNvPr id="0" name=""/>
        <dsp:cNvSpPr/>
      </dsp:nvSpPr>
      <dsp:spPr>
        <a:xfrm>
          <a:off x="838957" y="1131686"/>
          <a:ext cx="2042402" cy="485999"/>
        </a:xfrm>
        <a:custGeom>
          <a:avLst/>
          <a:gdLst/>
          <a:ahLst/>
          <a:cxnLst/>
          <a:rect l="0" t="0" r="0" b="0"/>
          <a:pathLst>
            <a:path>
              <a:moveTo>
                <a:pt x="2042402" y="0"/>
              </a:moveTo>
              <a:lnTo>
                <a:pt x="2042402" y="331194"/>
              </a:lnTo>
              <a:lnTo>
                <a:pt x="0" y="331194"/>
              </a:lnTo>
              <a:lnTo>
                <a:pt x="0" y="485999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9C4ED0-E276-4968-A9C1-9DB0F4A6572C}">
      <dsp:nvSpPr>
        <dsp:cNvPr id="0" name=""/>
        <dsp:cNvSpPr/>
      </dsp:nvSpPr>
      <dsp:spPr>
        <a:xfrm>
          <a:off x="2045832" y="70565"/>
          <a:ext cx="1671056" cy="10611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EAC28C4-5C1A-4254-A5F6-CFB519A06D00}">
      <dsp:nvSpPr>
        <dsp:cNvPr id="0" name=""/>
        <dsp:cNvSpPr/>
      </dsp:nvSpPr>
      <dsp:spPr>
        <a:xfrm>
          <a:off x="2231505" y="246955"/>
          <a:ext cx="1671056" cy="1061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Book Management:</a:t>
          </a:r>
          <a:endParaRPr lang="en-US" sz="1100" kern="1200"/>
        </a:p>
      </dsp:txBody>
      <dsp:txXfrm>
        <a:off x="2262584" y="278034"/>
        <a:ext cx="1608898" cy="998963"/>
      </dsp:txXfrm>
    </dsp:sp>
    <dsp:sp modelId="{FB2A0960-CD54-424D-9FAE-8787F3BE8542}">
      <dsp:nvSpPr>
        <dsp:cNvPr id="0" name=""/>
        <dsp:cNvSpPr/>
      </dsp:nvSpPr>
      <dsp:spPr>
        <a:xfrm>
          <a:off x="3429" y="1617685"/>
          <a:ext cx="1671056" cy="10611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4215630-6682-4B53-9697-957F0E56FA2B}">
      <dsp:nvSpPr>
        <dsp:cNvPr id="0" name=""/>
        <dsp:cNvSpPr/>
      </dsp:nvSpPr>
      <dsp:spPr>
        <a:xfrm>
          <a:off x="189102" y="1794075"/>
          <a:ext cx="1671056" cy="1061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 dirty="0"/>
            <a:t>Librarians can add books via ISBN (fetches data from Google Books API) or manually enter all details.</a:t>
          </a:r>
          <a:endParaRPr lang="en-US" sz="1100" kern="1200" dirty="0"/>
        </a:p>
      </dsp:txBody>
      <dsp:txXfrm>
        <a:off x="220181" y="1825154"/>
        <a:ext cx="1608898" cy="998963"/>
      </dsp:txXfrm>
    </dsp:sp>
    <dsp:sp modelId="{CC204C36-98DB-4F72-A754-633347C2412C}">
      <dsp:nvSpPr>
        <dsp:cNvPr id="0" name=""/>
        <dsp:cNvSpPr/>
      </dsp:nvSpPr>
      <dsp:spPr>
        <a:xfrm>
          <a:off x="2045832" y="1617685"/>
          <a:ext cx="1671056" cy="10611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17FEE08-13FB-4CE9-8B12-C91A71061E2F}">
      <dsp:nvSpPr>
        <dsp:cNvPr id="0" name=""/>
        <dsp:cNvSpPr/>
      </dsp:nvSpPr>
      <dsp:spPr>
        <a:xfrm>
          <a:off x="2231505" y="1794075"/>
          <a:ext cx="1671056" cy="1061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Ability to edit existing book information, including stock levels and genres.</a:t>
          </a:r>
          <a:endParaRPr lang="en-US" sz="1100" kern="1200"/>
        </a:p>
      </dsp:txBody>
      <dsp:txXfrm>
        <a:off x="2262584" y="1825154"/>
        <a:ext cx="1608898" cy="998963"/>
      </dsp:txXfrm>
    </dsp:sp>
    <dsp:sp modelId="{ED6953F8-0F0D-4E03-9668-4A3B2657173A}">
      <dsp:nvSpPr>
        <dsp:cNvPr id="0" name=""/>
        <dsp:cNvSpPr/>
      </dsp:nvSpPr>
      <dsp:spPr>
        <a:xfrm>
          <a:off x="4088235" y="1617685"/>
          <a:ext cx="1671056" cy="10611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E5AA594-7FAC-4B18-A4B0-13318FFF3479}">
      <dsp:nvSpPr>
        <dsp:cNvPr id="0" name=""/>
        <dsp:cNvSpPr/>
      </dsp:nvSpPr>
      <dsp:spPr>
        <a:xfrm>
          <a:off x="4273908" y="1794075"/>
          <a:ext cx="1671056" cy="1061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Genre management includes associating existing genres or creating new ones on-the-fly during book entry/edit.</a:t>
          </a:r>
          <a:endParaRPr lang="en-US" sz="1100" kern="1200"/>
        </a:p>
      </dsp:txBody>
      <dsp:txXfrm>
        <a:off x="4304987" y="1825154"/>
        <a:ext cx="1608898" cy="998963"/>
      </dsp:txXfrm>
    </dsp:sp>
    <dsp:sp modelId="{0DB30C2E-E9CD-4CF0-90D7-9EF8F4DF3A7D}">
      <dsp:nvSpPr>
        <dsp:cNvPr id="0" name=""/>
        <dsp:cNvSpPr/>
      </dsp:nvSpPr>
      <dsp:spPr>
        <a:xfrm>
          <a:off x="7151839" y="70565"/>
          <a:ext cx="1671056" cy="10611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4EB4178-1313-46C6-BAAB-7C7185E903ED}">
      <dsp:nvSpPr>
        <dsp:cNvPr id="0" name=""/>
        <dsp:cNvSpPr/>
      </dsp:nvSpPr>
      <dsp:spPr>
        <a:xfrm>
          <a:off x="7337512" y="246955"/>
          <a:ext cx="1671056" cy="1061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User Management:</a:t>
          </a:r>
          <a:endParaRPr lang="en-US" sz="1100" kern="1200"/>
        </a:p>
      </dsp:txBody>
      <dsp:txXfrm>
        <a:off x="7368591" y="278034"/>
        <a:ext cx="1608898" cy="998963"/>
      </dsp:txXfrm>
    </dsp:sp>
    <dsp:sp modelId="{9A1EDA70-402A-4F36-8EC4-9F76EEF3437C}">
      <dsp:nvSpPr>
        <dsp:cNvPr id="0" name=""/>
        <dsp:cNvSpPr/>
      </dsp:nvSpPr>
      <dsp:spPr>
        <a:xfrm>
          <a:off x="6130637" y="1617685"/>
          <a:ext cx="1671056" cy="10611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B84D420-0FC2-4179-A6E4-5A032018C155}">
      <dsp:nvSpPr>
        <dsp:cNvPr id="0" name=""/>
        <dsp:cNvSpPr/>
      </dsp:nvSpPr>
      <dsp:spPr>
        <a:xfrm>
          <a:off x="6316310" y="1794075"/>
          <a:ext cx="1671056" cy="1061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Distinct roles (Student, Librarian, Admin) with different permissions enforced via tRPC middleware.</a:t>
          </a:r>
          <a:endParaRPr lang="en-US" sz="1100" kern="1200"/>
        </a:p>
      </dsp:txBody>
      <dsp:txXfrm>
        <a:off x="6347389" y="1825154"/>
        <a:ext cx="1608898" cy="998963"/>
      </dsp:txXfrm>
    </dsp:sp>
    <dsp:sp modelId="{39DB7552-D95B-4E13-A5BB-C3D400ED88F4}">
      <dsp:nvSpPr>
        <dsp:cNvPr id="0" name=""/>
        <dsp:cNvSpPr/>
      </dsp:nvSpPr>
      <dsp:spPr>
        <a:xfrm>
          <a:off x="8173040" y="1617685"/>
          <a:ext cx="1671056" cy="10611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C8D45C8-F1A1-4F54-B80A-2CE2B07F8DE2}">
      <dsp:nvSpPr>
        <dsp:cNvPr id="0" name=""/>
        <dsp:cNvSpPr/>
      </dsp:nvSpPr>
      <dsp:spPr>
        <a:xfrm>
          <a:off x="8358713" y="1794075"/>
          <a:ext cx="1671056" cy="1061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Secure password hashing using bcrypt.</a:t>
          </a:r>
          <a:endParaRPr lang="en-US" sz="1100" kern="1200"/>
        </a:p>
      </dsp:txBody>
      <dsp:txXfrm>
        <a:off x="8389792" y="1825154"/>
        <a:ext cx="1608898" cy="99896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E1F562-E6A7-4278-ABAF-C19473281115}">
      <dsp:nvSpPr>
        <dsp:cNvPr id="0" name=""/>
        <dsp:cNvSpPr/>
      </dsp:nvSpPr>
      <dsp:spPr>
        <a:xfrm>
          <a:off x="573" y="576339"/>
          <a:ext cx="2081275" cy="10406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 baseline="0"/>
            <a:t>Reservations:</a:t>
          </a:r>
          <a:r>
            <a:rPr lang="en-US" sz="900" b="0" i="0" kern="1200" baseline="0"/>
            <a:t> Users can reserve available books (availableQuantity &gt; 0). Backend checks prevent users from reserving books they already have on loan or reserved. Reservations expire after a set period (e.g., 7 days).</a:t>
          </a:r>
          <a:endParaRPr lang="en-US" sz="900" kern="1200"/>
        </a:p>
      </dsp:txBody>
      <dsp:txXfrm>
        <a:off x="31052" y="606818"/>
        <a:ext cx="2020317" cy="979679"/>
      </dsp:txXfrm>
    </dsp:sp>
    <dsp:sp modelId="{2871A961-F943-4C77-920F-8564460C633B}">
      <dsp:nvSpPr>
        <dsp:cNvPr id="0" name=""/>
        <dsp:cNvSpPr/>
      </dsp:nvSpPr>
      <dsp:spPr>
        <a:xfrm>
          <a:off x="573" y="1773072"/>
          <a:ext cx="2081275" cy="10406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 baseline="0"/>
            <a:t>Loans:</a:t>
          </a:r>
          <a:r>
            <a:rPr lang="en-US" sz="900" b="0" i="0" kern="1200" baseline="0"/>
            <a:t> Librarians can convert active reservations into loans (marking the reservation 'Completed' and creating a Loan record). Loan returns increment availableQuantity.</a:t>
          </a:r>
          <a:endParaRPr lang="en-US" sz="900" kern="1200"/>
        </a:p>
      </dsp:txBody>
      <dsp:txXfrm>
        <a:off x="31052" y="1803551"/>
        <a:ext cx="2020317" cy="979679"/>
      </dsp:txXfrm>
    </dsp:sp>
    <dsp:sp modelId="{3D4E938C-1A80-4561-8E09-62307135A54D}">
      <dsp:nvSpPr>
        <dsp:cNvPr id="0" name=""/>
        <dsp:cNvSpPr/>
      </dsp:nvSpPr>
      <dsp:spPr>
        <a:xfrm>
          <a:off x="573" y="2969805"/>
          <a:ext cx="2081275" cy="10406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 baseline="0"/>
            <a:t>Automated Waitlist:</a:t>
          </a:r>
          <a:endParaRPr lang="en-US" sz="900" kern="1200"/>
        </a:p>
      </dsp:txBody>
      <dsp:txXfrm>
        <a:off x="31052" y="3000284"/>
        <a:ext cx="2020317" cy="979679"/>
      </dsp:txXfrm>
    </dsp:sp>
    <dsp:sp modelId="{461ACA9A-0C8D-425C-9447-806FB919AB56}">
      <dsp:nvSpPr>
        <dsp:cNvPr id="0" name=""/>
        <dsp:cNvSpPr/>
      </dsp:nvSpPr>
      <dsp:spPr>
        <a:xfrm rot="18289469">
          <a:off x="1769192" y="2875564"/>
          <a:ext cx="1457821" cy="32387"/>
        </a:xfrm>
        <a:custGeom>
          <a:avLst/>
          <a:gdLst/>
          <a:ahLst/>
          <a:cxnLst/>
          <a:rect l="0" t="0" r="0" b="0"/>
          <a:pathLst>
            <a:path>
              <a:moveTo>
                <a:pt x="0" y="16193"/>
              </a:moveTo>
              <a:lnTo>
                <a:pt x="1457821" y="16193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61657" y="2855312"/>
        <a:ext cx="72891" cy="72891"/>
      </dsp:txXfrm>
    </dsp:sp>
    <dsp:sp modelId="{31BCE2B1-FB6E-437D-B8AE-EB254D5F0892}">
      <dsp:nvSpPr>
        <dsp:cNvPr id="0" name=""/>
        <dsp:cNvSpPr/>
      </dsp:nvSpPr>
      <dsp:spPr>
        <a:xfrm>
          <a:off x="2914358" y="1773072"/>
          <a:ext cx="2081275" cy="10406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kern="1200" baseline="0"/>
            <a:t>If a book has availableQuantity = 0, users can join a waitlist (FIFO based on createdAt).</a:t>
          </a:r>
          <a:endParaRPr lang="en-US" sz="900" kern="1200"/>
        </a:p>
      </dsp:txBody>
      <dsp:txXfrm>
        <a:off x="2944837" y="1803551"/>
        <a:ext cx="2020317" cy="979679"/>
      </dsp:txXfrm>
    </dsp:sp>
    <dsp:sp modelId="{248E928E-7267-401E-937A-684587761598}">
      <dsp:nvSpPr>
        <dsp:cNvPr id="0" name=""/>
        <dsp:cNvSpPr/>
      </dsp:nvSpPr>
      <dsp:spPr>
        <a:xfrm>
          <a:off x="2081848" y="3473930"/>
          <a:ext cx="832510" cy="32387"/>
        </a:xfrm>
        <a:custGeom>
          <a:avLst/>
          <a:gdLst/>
          <a:ahLst/>
          <a:cxnLst/>
          <a:rect l="0" t="0" r="0" b="0"/>
          <a:pathLst>
            <a:path>
              <a:moveTo>
                <a:pt x="0" y="16193"/>
              </a:moveTo>
              <a:lnTo>
                <a:pt x="832510" y="16193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7290" y="3469311"/>
        <a:ext cx="41625" cy="41625"/>
      </dsp:txXfrm>
    </dsp:sp>
    <dsp:sp modelId="{AF79DFBB-11D2-48CD-98B7-77EA6B57E0E9}">
      <dsp:nvSpPr>
        <dsp:cNvPr id="0" name=""/>
        <dsp:cNvSpPr/>
      </dsp:nvSpPr>
      <dsp:spPr>
        <a:xfrm>
          <a:off x="2914358" y="2969805"/>
          <a:ext cx="2081275" cy="10406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kern="1200" baseline="0"/>
            <a:t>Backend checks prevent joining if user already has the book loaned, reserved, or is already on the waitlist.</a:t>
          </a:r>
          <a:endParaRPr lang="en-US" sz="900" kern="1200"/>
        </a:p>
      </dsp:txBody>
      <dsp:txXfrm>
        <a:off x="2944837" y="3000284"/>
        <a:ext cx="2020317" cy="979679"/>
      </dsp:txXfrm>
    </dsp:sp>
    <dsp:sp modelId="{771E558C-B329-4B8E-AD84-45AD4CFF0191}">
      <dsp:nvSpPr>
        <dsp:cNvPr id="0" name=""/>
        <dsp:cNvSpPr/>
      </dsp:nvSpPr>
      <dsp:spPr>
        <a:xfrm rot="3310531">
          <a:off x="1769192" y="4072297"/>
          <a:ext cx="1457821" cy="32387"/>
        </a:xfrm>
        <a:custGeom>
          <a:avLst/>
          <a:gdLst/>
          <a:ahLst/>
          <a:cxnLst/>
          <a:rect l="0" t="0" r="0" b="0"/>
          <a:pathLst>
            <a:path>
              <a:moveTo>
                <a:pt x="0" y="16193"/>
              </a:moveTo>
              <a:lnTo>
                <a:pt x="1457821" y="16193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61657" y="4052045"/>
        <a:ext cx="72891" cy="72891"/>
      </dsp:txXfrm>
    </dsp:sp>
    <dsp:sp modelId="{214C470B-8ED7-403F-94D6-E9746A6BEA8F}">
      <dsp:nvSpPr>
        <dsp:cNvPr id="0" name=""/>
        <dsp:cNvSpPr/>
      </dsp:nvSpPr>
      <dsp:spPr>
        <a:xfrm>
          <a:off x="2914358" y="4166538"/>
          <a:ext cx="2081275" cy="10406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 baseline="0" dirty="0"/>
            <a:t>Key Feature:</a:t>
          </a:r>
          <a:r>
            <a:rPr lang="en-US" sz="900" b="0" i="0" kern="1200" baseline="0" dirty="0"/>
            <a:t> When a loan is returned or a reservation is cancelled/expires, backend logic automatically checks the waitlist for that book. If users are waiting, the first user is removed from the waitlist and automatically granted an active reservation.</a:t>
          </a:r>
          <a:endParaRPr lang="en-US" sz="900" kern="1200" dirty="0"/>
        </a:p>
      </dsp:txBody>
      <dsp:txXfrm>
        <a:off x="2944837" y="4197017"/>
        <a:ext cx="2020317" cy="9796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573E93-8855-45F7-B6FE-62A9CF117FC4}">
      <dsp:nvSpPr>
        <dsp:cNvPr id="0" name=""/>
        <dsp:cNvSpPr/>
      </dsp:nvSpPr>
      <dsp:spPr>
        <a:xfrm>
          <a:off x="135644" y="644"/>
          <a:ext cx="3106847" cy="18641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Key Metrics Displayed:</a:t>
          </a:r>
          <a:endParaRPr lang="en-US" sz="1500" kern="1200"/>
        </a:p>
      </dsp:txBody>
      <dsp:txXfrm>
        <a:off x="135644" y="644"/>
        <a:ext cx="3106847" cy="1864108"/>
      </dsp:txXfrm>
    </dsp:sp>
    <dsp:sp modelId="{82D6EFEB-CEC0-4E5E-B2F6-94D06BE75045}">
      <dsp:nvSpPr>
        <dsp:cNvPr id="0" name=""/>
        <dsp:cNvSpPr/>
      </dsp:nvSpPr>
      <dsp:spPr>
        <a:xfrm>
          <a:off x="3553176" y="644"/>
          <a:ext cx="3106847" cy="18641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Top Books:</a:t>
          </a:r>
          <a:r>
            <a:rPr lang="en-US" sz="1500" kern="1200"/>
            <a:t> Lists of most loaned, reserved, and viewed books within selected timeframes.</a:t>
          </a:r>
        </a:p>
      </dsp:txBody>
      <dsp:txXfrm>
        <a:off x="3553176" y="644"/>
        <a:ext cx="3106847" cy="1864108"/>
      </dsp:txXfrm>
    </dsp:sp>
    <dsp:sp modelId="{149A57DE-36E9-4E9C-90E0-55D6ED058C97}">
      <dsp:nvSpPr>
        <dsp:cNvPr id="0" name=""/>
        <dsp:cNvSpPr/>
      </dsp:nvSpPr>
      <dsp:spPr>
        <a:xfrm>
          <a:off x="6970708" y="644"/>
          <a:ext cx="3106847" cy="18641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Activity Trends:</a:t>
          </a:r>
          <a:r>
            <a:rPr lang="en-US" sz="1500" kern="1200"/>
            <a:t> Charts showing daily/weekly/monthly counts of loans, reservations, and views over time.</a:t>
          </a:r>
        </a:p>
      </dsp:txBody>
      <dsp:txXfrm>
        <a:off x="6970708" y="644"/>
        <a:ext cx="3106847" cy="1864108"/>
      </dsp:txXfrm>
    </dsp:sp>
    <dsp:sp modelId="{15481430-1FBC-483D-A26E-1546BAFCF3C9}">
      <dsp:nvSpPr>
        <dsp:cNvPr id="0" name=""/>
        <dsp:cNvSpPr/>
      </dsp:nvSpPr>
      <dsp:spPr>
        <a:xfrm>
          <a:off x="135644" y="2175437"/>
          <a:ext cx="3106847" cy="18641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Demand Analysis:</a:t>
          </a:r>
          <a:r>
            <a:rPr lang="en-US" sz="1500" kern="1200"/>
            <a:t> Highlights books with active waitlists and flags books potentially needing more copies based on availability, waitlist/reservation pressure, and recent view activity ("High Demand Indicators").</a:t>
          </a:r>
        </a:p>
      </dsp:txBody>
      <dsp:txXfrm>
        <a:off x="135644" y="2175437"/>
        <a:ext cx="3106847" cy="1864108"/>
      </dsp:txXfrm>
    </dsp:sp>
    <dsp:sp modelId="{41B9EA53-F750-4147-82D3-D4AA689DA5F4}">
      <dsp:nvSpPr>
        <dsp:cNvPr id="0" name=""/>
        <dsp:cNvSpPr/>
      </dsp:nvSpPr>
      <dsp:spPr>
        <a:xfrm>
          <a:off x="3553176" y="2175437"/>
          <a:ext cx="3106847" cy="18641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Genre Performance:</a:t>
          </a:r>
          <a:r>
            <a:rPr lang="en-US" sz="1500" kern="1200"/>
            <a:t> Shows book counts per genre and top genres by circulation activity.</a:t>
          </a:r>
        </a:p>
      </dsp:txBody>
      <dsp:txXfrm>
        <a:off x="3553176" y="2175437"/>
        <a:ext cx="3106847" cy="1864108"/>
      </dsp:txXfrm>
    </dsp:sp>
    <dsp:sp modelId="{D508A927-0DF4-4746-AF88-5C985335CE23}">
      <dsp:nvSpPr>
        <dsp:cNvPr id="0" name=""/>
        <dsp:cNvSpPr/>
      </dsp:nvSpPr>
      <dsp:spPr>
        <a:xfrm>
          <a:off x="6970708" y="2175437"/>
          <a:ext cx="3106847" cy="18641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User Activity:</a:t>
          </a:r>
          <a:r>
            <a:rPr lang="en-US" sz="1500" kern="1200"/>
            <a:t> Displays the count of recently active users vs. total users.</a:t>
          </a:r>
        </a:p>
      </dsp:txBody>
      <dsp:txXfrm>
        <a:off x="6970708" y="2175437"/>
        <a:ext cx="3106847" cy="186410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9CB7C4-B00D-43A9-ACC0-E034434F25CD}">
      <dsp:nvSpPr>
        <dsp:cNvPr id="0" name=""/>
        <dsp:cNvSpPr/>
      </dsp:nvSpPr>
      <dsp:spPr>
        <a:xfrm>
          <a:off x="313049" y="1042110"/>
          <a:ext cx="1387896" cy="13878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769E65-9021-4725-ABC1-2DDB91CDC49B}">
      <dsp:nvSpPr>
        <dsp:cNvPr id="0" name=""/>
        <dsp:cNvSpPr/>
      </dsp:nvSpPr>
      <dsp:spPr>
        <a:xfrm>
          <a:off x="604507" y="1333569"/>
          <a:ext cx="804979" cy="8049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351F59-04A6-4C7A-8261-F199F68AD438}">
      <dsp:nvSpPr>
        <dsp:cNvPr id="0" name=""/>
        <dsp:cNvSpPr/>
      </dsp:nvSpPr>
      <dsp:spPr>
        <a:xfrm>
          <a:off x="1998352" y="1042110"/>
          <a:ext cx="3271470" cy="1387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Summary:</a:t>
          </a:r>
          <a:r>
            <a:rPr lang="en-US" sz="1600" b="0" i="0" kern="1200" baseline="0"/>
            <a:t> Successfully developed a functional multi-school LMS with core circulation features and a valuable analytics module. The system utilizes a modern, type-safe stack.</a:t>
          </a:r>
          <a:endParaRPr lang="en-US" sz="1600" kern="1200"/>
        </a:p>
      </dsp:txBody>
      <dsp:txXfrm>
        <a:off x="1998352" y="1042110"/>
        <a:ext cx="3271470" cy="1387896"/>
      </dsp:txXfrm>
    </dsp:sp>
    <dsp:sp modelId="{7EA75495-C8AE-454E-85D5-6450F94BAF95}">
      <dsp:nvSpPr>
        <dsp:cNvPr id="0" name=""/>
        <dsp:cNvSpPr/>
      </dsp:nvSpPr>
      <dsp:spPr>
        <a:xfrm>
          <a:off x="5839851" y="1042110"/>
          <a:ext cx="1387896" cy="138789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1F6BD0-29A4-4805-A3ED-6FC0889960D4}">
      <dsp:nvSpPr>
        <dsp:cNvPr id="0" name=""/>
        <dsp:cNvSpPr/>
      </dsp:nvSpPr>
      <dsp:spPr>
        <a:xfrm>
          <a:off x="6131309" y="1333569"/>
          <a:ext cx="804979" cy="8049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27BC65-7835-4D9F-8F83-CA3AE8553355}">
      <dsp:nvSpPr>
        <dsp:cNvPr id="0" name=""/>
        <dsp:cNvSpPr/>
      </dsp:nvSpPr>
      <dsp:spPr>
        <a:xfrm>
          <a:off x="7525154" y="1042110"/>
          <a:ext cx="3271470" cy="1387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Key Achievements:</a:t>
          </a:r>
          <a:r>
            <a:rPr lang="en-US" sz="1600" b="0" i="0" kern="1200" baseline="0" dirty="0"/>
            <a:t> Implemented automated waitlist processing, provided data-driven insights through analytics, demonstrated effective use of tRPC and TypeORM. </a:t>
          </a:r>
          <a:endParaRPr lang="en-US" sz="1600" kern="1200" dirty="0"/>
        </a:p>
      </dsp:txBody>
      <dsp:txXfrm>
        <a:off x="7525154" y="1042110"/>
        <a:ext cx="3271470" cy="138789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E0CD5A-05F1-43D3-BC5D-DE6E1629DB35}">
      <dsp:nvSpPr>
        <dsp:cNvPr id="0" name=""/>
        <dsp:cNvSpPr/>
      </dsp:nvSpPr>
      <dsp:spPr>
        <a:xfrm>
          <a:off x="0" y="694527"/>
          <a:ext cx="1735886" cy="20830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67" tIns="0" rIns="171467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Refine stock recommendation algorithm with more data/machine learning.</a:t>
          </a:r>
          <a:endParaRPr lang="en-US" sz="1200" kern="1200"/>
        </a:p>
      </dsp:txBody>
      <dsp:txXfrm>
        <a:off x="0" y="1527752"/>
        <a:ext cx="1735886" cy="1249838"/>
      </dsp:txXfrm>
    </dsp:sp>
    <dsp:sp modelId="{116AE619-37F8-40E7-9D7F-2709E993BD97}">
      <dsp:nvSpPr>
        <dsp:cNvPr id="0" name=""/>
        <dsp:cNvSpPr/>
      </dsp:nvSpPr>
      <dsp:spPr>
        <a:xfrm>
          <a:off x="0" y="694527"/>
          <a:ext cx="1735886" cy="833225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67" tIns="165100" rIns="171467" bIns="16510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01</a:t>
          </a:r>
        </a:p>
      </dsp:txBody>
      <dsp:txXfrm>
        <a:off x="0" y="694527"/>
        <a:ext cx="1735886" cy="833225"/>
      </dsp:txXfrm>
    </dsp:sp>
    <dsp:sp modelId="{DC0C1DF4-EFCC-4CE1-9D3F-D6780A6AC889}">
      <dsp:nvSpPr>
        <dsp:cNvPr id="0" name=""/>
        <dsp:cNvSpPr/>
      </dsp:nvSpPr>
      <dsp:spPr>
        <a:xfrm>
          <a:off x="1874757" y="694527"/>
          <a:ext cx="1735886" cy="2083063"/>
        </a:xfrm>
        <a:prstGeom prst="rect">
          <a:avLst/>
        </a:prstGeom>
        <a:solidFill>
          <a:schemeClr val="accent2">
            <a:hueOff val="-1216001"/>
            <a:satOff val="-3429"/>
            <a:lumOff val="-1451"/>
            <a:alphaOff val="0"/>
          </a:schemeClr>
        </a:solidFill>
        <a:ln w="9525" cap="flat" cmpd="sng" algn="ctr">
          <a:solidFill>
            <a:schemeClr val="accent2">
              <a:hueOff val="-1216001"/>
              <a:satOff val="-3429"/>
              <a:lumOff val="-145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67" tIns="0" rIns="171467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Implement user notifications (e.g., when a waitlisted book becomes reserved).</a:t>
          </a:r>
          <a:endParaRPr lang="en-US" sz="1200" kern="1200"/>
        </a:p>
      </dsp:txBody>
      <dsp:txXfrm>
        <a:off x="1874757" y="1527752"/>
        <a:ext cx="1735886" cy="1249838"/>
      </dsp:txXfrm>
    </dsp:sp>
    <dsp:sp modelId="{721839BE-B69E-48F1-8A48-3ED0803584A2}">
      <dsp:nvSpPr>
        <dsp:cNvPr id="0" name=""/>
        <dsp:cNvSpPr/>
      </dsp:nvSpPr>
      <dsp:spPr>
        <a:xfrm>
          <a:off x="1874757" y="694527"/>
          <a:ext cx="1735886" cy="833225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67" tIns="165100" rIns="171467" bIns="16510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02</a:t>
          </a:r>
        </a:p>
      </dsp:txBody>
      <dsp:txXfrm>
        <a:off x="1874757" y="694527"/>
        <a:ext cx="1735886" cy="833225"/>
      </dsp:txXfrm>
    </dsp:sp>
    <dsp:sp modelId="{87B570DA-A96B-4BC5-80AC-025ED328BBE4}">
      <dsp:nvSpPr>
        <dsp:cNvPr id="0" name=""/>
        <dsp:cNvSpPr/>
      </dsp:nvSpPr>
      <dsp:spPr>
        <a:xfrm>
          <a:off x="3749514" y="694527"/>
          <a:ext cx="1735886" cy="2083063"/>
        </a:xfrm>
        <a:prstGeom prst="rect">
          <a:avLst/>
        </a:prstGeom>
        <a:solidFill>
          <a:schemeClr val="accent2">
            <a:hueOff val="-2432001"/>
            <a:satOff val="-6858"/>
            <a:lumOff val="-2902"/>
            <a:alphaOff val="0"/>
          </a:schemeClr>
        </a:solidFill>
        <a:ln w="9525" cap="flat" cmpd="sng" algn="ctr">
          <a:solidFill>
            <a:schemeClr val="accent2">
              <a:hueOff val="-2432001"/>
              <a:satOff val="-6858"/>
              <a:lumOff val="-290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67" tIns="0" rIns="171467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Add more granular analytics (e.g., user-specific reading history).</a:t>
          </a:r>
          <a:endParaRPr lang="en-US" sz="1200" kern="1200"/>
        </a:p>
      </dsp:txBody>
      <dsp:txXfrm>
        <a:off x="3749514" y="1527752"/>
        <a:ext cx="1735886" cy="1249838"/>
      </dsp:txXfrm>
    </dsp:sp>
    <dsp:sp modelId="{11C319A4-09C6-4AD8-9B14-C1904F1B4ED3}">
      <dsp:nvSpPr>
        <dsp:cNvPr id="0" name=""/>
        <dsp:cNvSpPr/>
      </dsp:nvSpPr>
      <dsp:spPr>
        <a:xfrm>
          <a:off x="3749514" y="694527"/>
          <a:ext cx="1735886" cy="833225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67" tIns="165100" rIns="171467" bIns="16510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03</a:t>
          </a:r>
        </a:p>
      </dsp:txBody>
      <dsp:txXfrm>
        <a:off x="3749514" y="694527"/>
        <a:ext cx="1735886" cy="833225"/>
      </dsp:txXfrm>
    </dsp:sp>
    <dsp:sp modelId="{757E9D35-6F46-449D-A1DE-3FB4CA55FCCD}">
      <dsp:nvSpPr>
        <dsp:cNvPr id="0" name=""/>
        <dsp:cNvSpPr/>
      </dsp:nvSpPr>
      <dsp:spPr>
        <a:xfrm>
          <a:off x="5624272" y="694527"/>
          <a:ext cx="1735886" cy="2083063"/>
        </a:xfrm>
        <a:prstGeom prst="rect">
          <a:avLst/>
        </a:prstGeom>
        <a:solidFill>
          <a:schemeClr val="accent2">
            <a:hueOff val="-3648002"/>
            <a:satOff val="-10286"/>
            <a:lumOff val="-4353"/>
            <a:alphaOff val="0"/>
          </a:schemeClr>
        </a:solidFill>
        <a:ln w="9525" cap="flat" cmpd="sng" algn="ctr">
          <a:solidFill>
            <a:schemeClr val="accent2">
              <a:hueOff val="-3648002"/>
              <a:satOff val="-10286"/>
              <a:lumOff val="-435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67" tIns="0" rIns="171467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Enhance security (MFA, more robust authorization).</a:t>
          </a:r>
          <a:endParaRPr lang="en-US" sz="1200" kern="1200"/>
        </a:p>
      </dsp:txBody>
      <dsp:txXfrm>
        <a:off x="5624272" y="1527752"/>
        <a:ext cx="1735886" cy="1249838"/>
      </dsp:txXfrm>
    </dsp:sp>
    <dsp:sp modelId="{331D7E92-0BC3-49E9-AF87-A2FFABC2DAEF}">
      <dsp:nvSpPr>
        <dsp:cNvPr id="0" name=""/>
        <dsp:cNvSpPr/>
      </dsp:nvSpPr>
      <dsp:spPr>
        <a:xfrm>
          <a:off x="5624272" y="694527"/>
          <a:ext cx="1735886" cy="833225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67" tIns="165100" rIns="171467" bIns="16510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04</a:t>
          </a:r>
        </a:p>
      </dsp:txBody>
      <dsp:txXfrm>
        <a:off x="5624272" y="694527"/>
        <a:ext cx="1735886" cy="833225"/>
      </dsp:txXfrm>
    </dsp:sp>
    <dsp:sp modelId="{6FB0BE9B-1CE4-45AF-B1E2-228E038D41E5}">
      <dsp:nvSpPr>
        <dsp:cNvPr id="0" name=""/>
        <dsp:cNvSpPr/>
      </dsp:nvSpPr>
      <dsp:spPr>
        <a:xfrm>
          <a:off x="7499029" y="694527"/>
          <a:ext cx="1735886" cy="2083063"/>
        </a:xfrm>
        <a:prstGeom prst="rect">
          <a:avLst/>
        </a:prstGeom>
        <a:solidFill>
          <a:schemeClr val="accent2">
            <a:hueOff val="-4864002"/>
            <a:satOff val="-13715"/>
            <a:lumOff val="-5804"/>
            <a:alphaOff val="0"/>
          </a:schemeClr>
        </a:solidFill>
        <a:ln w="9525" cap="flat" cmpd="sng" algn="ctr">
          <a:solidFill>
            <a:schemeClr val="accent2">
              <a:hueOff val="-4864002"/>
              <a:satOff val="-13715"/>
              <a:lumOff val="-580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67" tIns="0" rIns="171467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Develop advanced reporting features.</a:t>
          </a:r>
          <a:endParaRPr lang="en-US" sz="1200" kern="1200"/>
        </a:p>
      </dsp:txBody>
      <dsp:txXfrm>
        <a:off x="7499029" y="1527752"/>
        <a:ext cx="1735886" cy="1249838"/>
      </dsp:txXfrm>
    </dsp:sp>
    <dsp:sp modelId="{1D43F921-755C-4035-A255-00C54A4DBF06}">
      <dsp:nvSpPr>
        <dsp:cNvPr id="0" name=""/>
        <dsp:cNvSpPr/>
      </dsp:nvSpPr>
      <dsp:spPr>
        <a:xfrm>
          <a:off x="7499029" y="694527"/>
          <a:ext cx="1735886" cy="833225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67" tIns="165100" rIns="171467" bIns="16510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05</a:t>
          </a:r>
        </a:p>
      </dsp:txBody>
      <dsp:txXfrm>
        <a:off x="7499029" y="694527"/>
        <a:ext cx="1735886" cy="833225"/>
      </dsp:txXfrm>
    </dsp:sp>
    <dsp:sp modelId="{7E62FDB6-8177-4D52-84BA-9AE46C0DE359}">
      <dsp:nvSpPr>
        <dsp:cNvPr id="0" name=""/>
        <dsp:cNvSpPr/>
      </dsp:nvSpPr>
      <dsp:spPr>
        <a:xfrm>
          <a:off x="9373787" y="694527"/>
          <a:ext cx="1735886" cy="2083063"/>
        </a:xfrm>
        <a:prstGeom prst="rect">
          <a:avLst/>
        </a:prstGeom>
        <a:solidFill>
          <a:schemeClr val="accent2">
            <a:hueOff val="-6080002"/>
            <a:satOff val="-17144"/>
            <a:lumOff val="-7255"/>
            <a:alphaOff val="0"/>
          </a:schemeClr>
        </a:solidFill>
        <a:ln w="9525" cap="flat" cmpd="sng" algn="ctr">
          <a:solidFill>
            <a:schemeClr val="accent2">
              <a:hueOff val="-6080002"/>
              <a:satOff val="-17144"/>
              <a:lumOff val="-725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67" tIns="0" rIns="171467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Improve UI/UX based on user feedback.</a:t>
          </a:r>
          <a:endParaRPr lang="en-US" sz="1200" kern="1200"/>
        </a:p>
      </dsp:txBody>
      <dsp:txXfrm>
        <a:off x="9373787" y="1527752"/>
        <a:ext cx="1735886" cy="1249838"/>
      </dsp:txXfrm>
    </dsp:sp>
    <dsp:sp modelId="{F9A51156-9C91-45AD-8BAC-92AA5E2CD17C}">
      <dsp:nvSpPr>
        <dsp:cNvPr id="0" name=""/>
        <dsp:cNvSpPr/>
      </dsp:nvSpPr>
      <dsp:spPr>
        <a:xfrm>
          <a:off x="9373787" y="694527"/>
          <a:ext cx="1735886" cy="833225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67" tIns="165100" rIns="171467" bIns="16510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06</a:t>
          </a:r>
        </a:p>
      </dsp:txBody>
      <dsp:txXfrm>
        <a:off x="9373787" y="694527"/>
        <a:ext cx="1735886" cy="8332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6600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39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98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554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479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98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93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9055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821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70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29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C743F4-8769-40B4-85DF-6CB8DE9F66AA}" type="datetimeFigureOut">
              <a:rPr lang="en-US" smtClean="0"/>
              <a:pPr/>
              <a:t>5/5/2025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004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14" r:id="rId5"/>
    <p:sldLayoutId id="2147483719" r:id="rId6"/>
    <p:sldLayoutId id="2147483715" r:id="rId7"/>
    <p:sldLayoutId id="2147483716" r:id="rId8"/>
    <p:sldLayoutId id="2147483717" r:id="rId9"/>
    <p:sldLayoutId id="2147483718" r:id="rId10"/>
    <p:sldLayoutId id="214748372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011B0B3-5679-4759-90B8-3B908C4CB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06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6FB6B4-3B9B-3C35-5A0C-9419BE276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000" y="395289"/>
            <a:ext cx="4075200" cy="22266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A Modern Library Management System: Design, Implementation, and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E68686-4D00-8263-9E0F-36F7A06FF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000" y="4248000"/>
            <a:ext cx="4075200" cy="2070001"/>
          </a:xfrm>
        </p:spPr>
        <p:txBody>
          <a:bodyPr>
            <a:normAutofit/>
          </a:bodyPr>
          <a:lstStyle/>
          <a:p>
            <a:r>
              <a:rPr lang="en-US" b="1" dirty="0"/>
              <a:t>Adil Arslan Itvfu-21 (20213280)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0F37AA1-A09B-4E28-987B-38E5060E1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19525" y="2840038"/>
            <a:ext cx="2216150" cy="1177924"/>
            <a:chOff x="4987925" y="2840038"/>
            <a:chExt cx="2216150" cy="117792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874D018-FDBA-4AD4-8C74-17D41F4FB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B43F5C4-EF74-49F4-97CB-97938DDC2F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B74E0761-A6EC-4896-A2D4-97A0AF0AA0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9" name="Freeform 68">
                  <a:extLst>
                    <a:ext uri="{FF2B5EF4-FFF2-40B4-BE49-F238E27FC236}">
                      <a16:creationId xmlns:a16="http://schemas.microsoft.com/office/drawing/2014/main" id="{E02DDA0C-BC2F-4EA7-B34E-E0A38B82BA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" name="Freeform 69">
                  <a:extLst>
                    <a:ext uri="{FF2B5EF4-FFF2-40B4-BE49-F238E27FC236}">
                      <a16:creationId xmlns:a16="http://schemas.microsoft.com/office/drawing/2014/main" id="{CF13B05D-4163-4B4E-A2D2-FA7ED946823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" name="Line 70">
                  <a:extLst>
                    <a:ext uri="{FF2B5EF4-FFF2-40B4-BE49-F238E27FC236}">
                      <a16:creationId xmlns:a16="http://schemas.microsoft.com/office/drawing/2014/main" id="{6D222543-B140-45C1-A731-C56E6B3A17C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21D25868-4B38-41A5-8DA7-BB01E85342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6" name="Freeform 68">
                  <a:extLst>
                    <a:ext uri="{FF2B5EF4-FFF2-40B4-BE49-F238E27FC236}">
                      <a16:creationId xmlns:a16="http://schemas.microsoft.com/office/drawing/2014/main" id="{9BA6FA89-CCD8-4CC0-954F-FBBFA59737E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Freeform 69">
                  <a:extLst>
                    <a:ext uri="{FF2B5EF4-FFF2-40B4-BE49-F238E27FC236}">
                      <a16:creationId xmlns:a16="http://schemas.microsoft.com/office/drawing/2014/main" id="{73005E59-2B44-4A62-A8F1-504FB17060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" name="Line 70">
                  <a:extLst>
                    <a:ext uri="{FF2B5EF4-FFF2-40B4-BE49-F238E27FC236}">
                      <a16:creationId xmlns:a16="http://schemas.microsoft.com/office/drawing/2014/main" id="{C9AB3E16-8B92-47B2-BA2E-02935767A80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BB8C141-E170-23CD-0B5B-3D00BFEE48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47" r="31768" b="-2"/>
          <a:stretch/>
        </p:blipFill>
        <p:spPr>
          <a:xfrm>
            <a:off x="6080462" y="6306"/>
            <a:ext cx="61115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19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0D00AB-2897-B0CF-DA93-14395BB68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1" y="1079500"/>
            <a:ext cx="3904750" cy="4689475"/>
          </a:xfrm>
        </p:spPr>
        <p:txBody>
          <a:bodyPr anchor="ctr">
            <a:normAutofit/>
          </a:bodyPr>
          <a:lstStyle/>
          <a:p>
            <a:pPr algn="ctr"/>
            <a:r>
              <a:rPr lang="en-US" sz="4800"/>
              <a:t>Introduction: The Need for Modern Library Management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A513CAD-9784-4D35-BAF9-1F7DDD697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5826000" y="3429000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3E7DD55-07AD-BF8F-0940-95AE477D8C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4298062"/>
              </p:ext>
            </p:extLst>
          </p:nvPr>
        </p:nvGraphicFramePr>
        <p:xfrm>
          <a:off x="6654799" y="531814"/>
          <a:ext cx="4996207" cy="5783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6103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2645C1-6DA4-7B22-D046-584931D93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46800"/>
            <a:ext cx="2802386" cy="4689475"/>
          </a:xfrm>
        </p:spPr>
        <p:txBody>
          <a:bodyPr anchor="t">
            <a:normAutofit/>
          </a:bodyPr>
          <a:lstStyle/>
          <a:p>
            <a:r>
              <a:rPr lang="en-US" dirty="0"/>
              <a:t>Project Objectives and Key Features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4757C4-228A-47E5-94C8-058312AB2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32300" y="540000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FB42C89-FBAD-F928-0049-56C9CB0DC7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2908110"/>
              </p:ext>
            </p:extLst>
          </p:nvPr>
        </p:nvGraphicFramePr>
        <p:xfrm>
          <a:off x="4982215" y="537330"/>
          <a:ext cx="6668792" cy="577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2737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94B1E0-C3E7-73D8-4194-5EE85D5FD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540000"/>
            <a:ext cx="3528000" cy="230321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Architecture and Technology Stack</a:t>
            </a: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513CAD-9784-4D35-BAF9-1F7DDD697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4714750" y="1691606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0A9E1944-5A70-B702-213B-6EB504D26D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43552" y="450000"/>
            <a:ext cx="6107460" cy="2484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Vue.js 3 (Composition API) with Pinia for state management, Flowbite-Vue for UI components. Provides the user interface for students, librarians, and admins.</a:t>
            </a:r>
          </a:p>
          <a:p>
            <a:pPr marL="0" marR="0" lvl="0" indent="0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Backend: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Node.js with TypeScript, using tRPC for type-safe API communication with the frontend. Handles business logic and database interactions.</a:t>
            </a:r>
          </a:p>
          <a:p>
            <a:pPr marL="0" marR="0" lvl="0" indent="0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PostgreSQL relational database.</a:t>
            </a:r>
          </a:p>
          <a:p>
            <a:pPr marL="0" marR="0" lvl="0" indent="0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ORM: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TypeORM for object-relational mapping between TypeScript code and the database.</a:t>
            </a:r>
          </a:p>
          <a:p>
            <a:pPr marL="0" marR="0" lvl="0" indent="0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API Integration: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Calls Google Books API for ISBN-based book data enrichment.</a:t>
            </a:r>
          </a:p>
          <a:p>
            <a:pPr marL="0" marR="0" lvl="0" indent="0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Proxy: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Nginx configured as a reverse proxy, serving the Vue frontend build and forwarding API requests (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/v1/</a:t>
            </a:r>
            <a:r>
              <a:rPr kumimoji="0" lang="en-US" altLang="en-US" sz="1000" b="0" i="0" u="none" strike="noStrike" cap="none" normalizeH="0" baseline="0" err="1">
                <a:ln>
                  <a:noFill/>
                </a:ln>
                <a:effectLst/>
                <a:latin typeface="Arial Unicode MS"/>
              </a:rPr>
              <a:t>trpc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</a:rPr>
              <a:t>) to the Node.js backend.</a:t>
            </a:r>
            <a:endParaRPr kumimoji="0" lang="en-US" altLang="en-US" sz="1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65F892-3E84-EAB6-37DC-49B52016C4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1" b="18034"/>
          <a:stretch/>
        </p:blipFill>
        <p:spPr>
          <a:xfrm>
            <a:off x="20" y="3429000"/>
            <a:ext cx="1219197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017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45BC58-CBDE-D291-CC40-0E611EEF9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251461"/>
            <a:ext cx="10213200" cy="1390902"/>
          </a:xfrm>
        </p:spPr>
        <p:txBody>
          <a:bodyPr anchor="ctr">
            <a:normAutofit/>
          </a:bodyPr>
          <a:lstStyle/>
          <a:p>
            <a:pPr algn="ctr"/>
            <a:r>
              <a:rPr lang="en-US" sz="4800"/>
              <a:t>Book Cataloging and User Roles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9BF9BF3-7E9D-458B-A5D2-E730C5FFD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19649" y="189383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AD20F85-A502-B952-2940-2439444CFA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654690"/>
              </p:ext>
            </p:extLst>
          </p:nvPr>
        </p:nvGraphicFramePr>
        <p:xfrm>
          <a:off x="1079400" y="2843213"/>
          <a:ext cx="10033200" cy="292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8911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CF469F-24CA-6222-4C1A-9A4053D7A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1" y="1079500"/>
            <a:ext cx="3904750" cy="4689475"/>
          </a:xfrm>
        </p:spPr>
        <p:txBody>
          <a:bodyPr anchor="ctr">
            <a:normAutofit/>
          </a:bodyPr>
          <a:lstStyle/>
          <a:p>
            <a:pPr algn="ctr"/>
            <a:r>
              <a:rPr lang="en-US" sz="4800"/>
              <a:t>Loan, Reservation, and Waitlist System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A513CAD-9784-4D35-BAF9-1F7DDD697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5826000" y="3429000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58A4F5B-53CD-8BF5-0147-B05F878168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4310278"/>
              </p:ext>
            </p:extLst>
          </p:nvPr>
        </p:nvGraphicFramePr>
        <p:xfrm>
          <a:off x="6654799" y="531814"/>
          <a:ext cx="4996207" cy="5783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8385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C26D8-166C-E465-996A-B2F140CB8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Analytics Dashboard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F739BD-7EFE-0E44-AF69-A615E4D0E5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89400" y="1685925"/>
          <a:ext cx="10213200" cy="40401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6174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A4BBDD-70EB-6340-0553-E4EBA7DB3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100" y="542671"/>
            <a:ext cx="10026650" cy="1124202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83A8D1-ED1B-47A1-AA44-289C080ED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52664"/>
            <a:ext cx="12192000" cy="460533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B9075A6-BE6C-EB26-5C36-83986739CF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9554741"/>
              </p:ext>
            </p:extLst>
          </p:nvPr>
        </p:nvGraphicFramePr>
        <p:xfrm>
          <a:off x="541338" y="2843212"/>
          <a:ext cx="11109674" cy="34721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9821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AC6FF2-730E-1080-8BF8-6CCEA45AF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100" y="542671"/>
            <a:ext cx="10026650" cy="1124202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US" dirty="0"/>
              <a:t>Future Directions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83A8D1-ED1B-47A1-AA44-289C080ED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52664"/>
            <a:ext cx="12192000" cy="460533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34AE3B7-B40A-86B2-9AF9-3DE4AED9BD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4101625"/>
              </p:ext>
            </p:extLst>
          </p:nvPr>
        </p:nvGraphicFramePr>
        <p:xfrm>
          <a:off x="541338" y="2843212"/>
          <a:ext cx="11109674" cy="34721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5919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F819DE-455D-F5ED-E6BD-BB93304D5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536575"/>
            <a:ext cx="4078800" cy="1453003"/>
          </a:xfrm>
        </p:spPr>
        <p:txBody>
          <a:bodyPr wrap="square" anchor="b">
            <a:normAutofit/>
          </a:bodyPr>
          <a:lstStyle/>
          <a:p>
            <a:pPr algn="ctr"/>
            <a:r>
              <a:rPr lang="en-US" dirty="0"/>
              <a:t>Thank you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6D745DA-D03E-47A2-9936-01C39D51A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759400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F1730-2530-59C8-FF58-3C3BD7A5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000" y="2877018"/>
            <a:ext cx="4078800" cy="2901482"/>
          </a:xfrm>
        </p:spPr>
        <p:txBody>
          <a:bodyPr>
            <a:normAutofit/>
          </a:bodyPr>
          <a:lstStyle/>
          <a:p>
            <a:r>
              <a:rPr lang="en-US" dirty="0"/>
              <a:t>Any Questions?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5A6F56-5B66-4656-B01E-938834D6A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pic>
        <p:nvPicPr>
          <p:cNvPr id="7" name="Graphic 6" descr="Help">
            <a:extLst>
              <a:ext uri="{FF2B5EF4-FFF2-40B4-BE49-F238E27FC236}">
                <a16:creationId xmlns:a16="http://schemas.microsoft.com/office/drawing/2014/main" id="{E0293059-0E57-3F8E-A5A2-E2B6FF6B3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51127" y="927730"/>
            <a:ext cx="4999885" cy="499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016935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B3565A1FDDDF24469DE3F709BE0BDDC0" ma:contentTypeVersion="11" ma:contentTypeDescription="Kurkite naują dokumentą." ma:contentTypeScope="" ma:versionID="8038a949c3dc77015cb482509b02ff9f">
  <xsd:schema xmlns:xsd="http://www.w3.org/2001/XMLSchema" xmlns:xs="http://www.w3.org/2001/XMLSchema" xmlns:p="http://schemas.microsoft.com/office/2006/metadata/properties" xmlns:ns3="356c94ee-0756-48df-993b-7743ba2c8bcb" xmlns:ns4="374a2f07-0db3-4ff5-bbac-abac9cec6e2e" targetNamespace="http://schemas.microsoft.com/office/2006/metadata/properties" ma:root="true" ma:fieldsID="8d1d8bae10948f79dfd5da30f57e29bb" ns3:_="" ns4:_="">
    <xsd:import namespace="356c94ee-0756-48df-993b-7743ba2c8bcb"/>
    <xsd:import namespace="374a2f07-0db3-4ff5-bbac-abac9cec6e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6c94ee-0756-48df-993b-7743ba2c8b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a2f07-0db3-4ff5-bbac-abac9cec6e2e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Bendrinama su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Bendrinta su išsamia informacija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Bendrinimo užuominos maiš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56c94ee-0756-48df-993b-7743ba2c8bcb" xsi:nil="true"/>
  </documentManagement>
</p:properties>
</file>

<file path=customXml/itemProps1.xml><?xml version="1.0" encoding="utf-8"?>
<ds:datastoreItem xmlns:ds="http://schemas.openxmlformats.org/officeDocument/2006/customXml" ds:itemID="{9ADC81B1-25BC-4738-B115-C9EEB166BC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56c94ee-0756-48df-993b-7743ba2c8bcb"/>
    <ds:schemaRef ds:uri="374a2f07-0db3-4ff5-bbac-abac9cec6e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B300184-4627-4A4A-BC19-95EC69D338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4E9D3C-3BA7-4441-BEED-0A8984AF599C}">
  <ds:schemaRefs>
    <ds:schemaRef ds:uri="356c94ee-0756-48df-993b-7743ba2c8bcb"/>
    <ds:schemaRef ds:uri="http://www.w3.org/XML/1998/namespace"/>
    <ds:schemaRef ds:uri="http://purl.org/dc/terms/"/>
    <ds:schemaRef ds:uri="http://purl.org/dc/elements/1.1/"/>
    <ds:schemaRef ds:uri="374a2f07-0db3-4ff5-bbac-abac9cec6e2e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755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Unicode MS</vt:lpstr>
      <vt:lpstr>Avenir Next LT Pro</vt:lpstr>
      <vt:lpstr>Goudy Old Style</vt:lpstr>
      <vt:lpstr>Wingdings</vt:lpstr>
      <vt:lpstr>FrostyVTI</vt:lpstr>
      <vt:lpstr>A Modern Library Management System: Design, Implementation, and Analytics</vt:lpstr>
      <vt:lpstr>Introduction: The Need for Modern Library Management</vt:lpstr>
      <vt:lpstr>Project Objectives and Key Features</vt:lpstr>
      <vt:lpstr>Architecture and Technology Stack</vt:lpstr>
      <vt:lpstr>Book Cataloging and User Roles</vt:lpstr>
      <vt:lpstr>Loan, Reservation, and Waitlist System</vt:lpstr>
      <vt:lpstr>Analytics Dashboard Overview</vt:lpstr>
      <vt:lpstr>Conclusion</vt:lpstr>
      <vt:lpstr>Future Directions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Adil Arslan</dc:creator>
  <cp:lastModifiedBy>Adil Arslan</cp:lastModifiedBy>
  <cp:revision>1</cp:revision>
  <dcterms:created xsi:type="dcterms:W3CDTF">2025-05-05T19:48:39Z</dcterms:created>
  <dcterms:modified xsi:type="dcterms:W3CDTF">2025-05-05T21:12:45Z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0x010100B3565A1FDDDF24469DE3F709BE0BDDC0</vt:lpwstr>
  </property>
</Properties>
</file>