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2" d="100"/>
          <a:sy n="102" d="100"/>
        </p:scale>
        <p:origin x="149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E23010-7B11-4A1F-83AE-704613711C4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2469480-54E6-4A75-B2F3-C90305E20CD8}">
      <dgm:prSet/>
      <dgm:spPr/>
      <dgm:t>
        <a:bodyPr/>
        <a:lstStyle/>
        <a:p>
          <a:r>
            <a:rPr lang="en-US"/>
            <a:t>Design and implement medical facility database schema</a:t>
          </a:r>
        </a:p>
      </dgm:t>
    </dgm:pt>
    <dgm:pt modelId="{DE4E66A4-F949-4E1A-83DC-9CB2251CF38D}" type="parTrans" cxnId="{0A1F4D6C-53FD-4135-8B75-64EAE6B216EE}">
      <dgm:prSet/>
      <dgm:spPr/>
      <dgm:t>
        <a:bodyPr/>
        <a:lstStyle/>
        <a:p>
          <a:endParaRPr lang="en-US"/>
        </a:p>
      </dgm:t>
    </dgm:pt>
    <dgm:pt modelId="{0CC68165-F14C-4DC2-9FA4-05F9798609DF}" type="sibTrans" cxnId="{0A1F4D6C-53FD-4135-8B75-64EAE6B216E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4F53485-629A-44F8-AD04-57EEB11BD91C}">
      <dgm:prSet/>
      <dgm:spPr/>
      <dgm:t>
        <a:bodyPr/>
        <a:lstStyle/>
        <a:p>
          <a:r>
            <a:rPr lang="en-US"/>
            <a:t>Develop core system architecture with mapping services</a:t>
          </a:r>
        </a:p>
      </dgm:t>
    </dgm:pt>
    <dgm:pt modelId="{BE34A15F-5689-47F3-B330-9D8AEE609E59}" type="parTrans" cxnId="{53E073B4-D69C-4A63-9711-C249C65DD8EB}">
      <dgm:prSet/>
      <dgm:spPr/>
      <dgm:t>
        <a:bodyPr/>
        <a:lstStyle/>
        <a:p>
          <a:endParaRPr lang="en-US"/>
        </a:p>
      </dgm:t>
    </dgm:pt>
    <dgm:pt modelId="{76743E27-DCC9-431F-B48E-38D0DE6BCD2A}" type="sibTrans" cxnId="{53E073B4-D69C-4A63-9711-C249C65DD8E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3D71E02-EBFF-4093-A268-6D0109DB7125}">
      <dgm:prSet/>
      <dgm:spPr/>
      <dgm:t>
        <a:bodyPr/>
        <a:lstStyle/>
        <a:p>
          <a:r>
            <a:rPr lang="en-US"/>
            <a:t>Integrate with OpenStreetMap routing engine Create adaptive user interface for emergency/non-emergency scenarios</a:t>
          </a:r>
        </a:p>
      </dgm:t>
    </dgm:pt>
    <dgm:pt modelId="{98B057BC-5E58-4360-9BC1-454479E422FF}" type="parTrans" cxnId="{FE959191-D318-4A02-AB18-FF4B6977A24D}">
      <dgm:prSet/>
      <dgm:spPr/>
      <dgm:t>
        <a:bodyPr/>
        <a:lstStyle/>
        <a:p>
          <a:endParaRPr lang="en-US"/>
        </a:p>
      </dgm:t>
    </dgm:pt>
    <dgm:pt modelId="{13C17D23-1037-4090-8C5E-59916A9CCA96}" type="sibTrans" cxnId="{FE959191-D318-4A02-AB18-FF4B6977A24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677F8AD-4469-4E2E-BC36-643F6DB2B7FC}">
      <dgm:prSet/>
      <dgm:spPr/>
      <dgm:t>
        <a:bodyPr/>
        <a:lstStyle/>
        <a:p>
          <a:r>
            <a:rPr lang="en-US"/>
            <a:t>Test and validate within Vilnius city limits</a:t>
          </a:r>
        </a:p>
      </dgm:t>
    </dgm:pt>
    <dgm:pt modelId="{38CD23E6-1DE4-440E-AEFB-DAB8D20A2236}" type="parTrans" cxnId="{D885A1B4-4F67-44F6-ABF3-E5B74EE5A36D}">
      <dgm:prSet/>
      <dgm:spPr/>
      <dgm:t>
        <a:bodyPr/>
        <a:lstStyle/>
        <a:p>
          <a:endParaRPr lang="en-US"/>
        </a:p>
      </dgm:t>
    </dgm:pt>
    <dgm:pt modelId="{5AA0EE55-60B2-4B85-AA49-C56D22BD7F68}" type="sibTrans" cxnId="{D885A1B4-4F67-44F6-ABF3-E5B74EE5A36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4FBB0F9-513C-FC40-83CB-F0B936E376EB}" type="pres">
      <dgm:prSet presAssocID="{84E23010-7B11-4A1F-83AE-704613711C48}" presName="Name0" presStyleCnt="0">
        <dgm:presLayoutVars>
          <dgm:animLvl val="lvl"/>
          <dgm:resizeHandles val="exact"/>
        </dgm:presLayoutVars>
      </dgm:prSet>
      <dgm:spPr/>
    </dgm:pt>
    <dgm:pt modelId="{AD528331-AD86-9B40-BB55-65A774B725A6}" type="pres">
      <dgm:prSet presAssocID="{92469480-54E6-4A75-B2F3-C90305E20CD8}" presName="compositeNode" presStyleCnt="0">
        <dgm:presLayoutVars>
          <dgm:bulletEnabled val="1"/>
        </dgm:presLayoutVars>
      </dgm:prSet>
      <dgm:spPr/>
    </dgm:pt>
    <dgm:pt modelId="{42883A88-4236-8047-B54F-47251A546490}" type="pres">
      <dgm:prSet presAssocID="{92469480-54E6-4A75-B2F3-C90305E20CD8}" presName="bgRect" presStyleLbl="bgAccFollowNode1" presStyleIdx="0" presStyleCnt="4"/>
      <dgm:spPr/>
    </dgm:pt>
    <dgm:pt modelId="{42902113-1A42-BF4B-A77D-0ECF78E9436C}" type="pres">
      <dgm:prSet presAssocID="{0CC68165-F14C-4DC2-9FA4-05F9798609DF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764F000D-F5DC-E447-803A-F9C36F0B3477}" type="pres">
      <dgm:prSet presAssocID="{92469480-54E6-4A75-B2F3-C90305E20CD8}" presName="bottomLine" presStyleLbl="alignNode1" presStyleIdx="1" presStyleCnt="8">
        <dgm:presLayoutVars/>
      </dgm:prSet>
      <dgm:spPr/>
    </dgm:pt>
    <dgm:pt modelId="{3C29D38A-1114-7447-B948-E190B5C09422}" type="pres">
      <dgm:prSet presAssocID="{92469480-54E6-4A75-B2F3-C90305E20CD8}" presName="nodeText" presStyleLbl="bgAccFollowNode1" presStyleIdx="0" presStyleCnt="4">
        <dgm:presLayoutVars>
          <dgm:bulletEnabled val="1"/>
        </dgm:presLayoutVars>
      </dgm:prSet>
      <dgm:spPr/>
    </dgm:pt>
    <dgm:pt modelId="{3792AE26-2097-3946-BA13-7CA66F98E08B}" type="pres">
      <dgm:prSet presAssocID="{0CC68165-F14C-4DC2-9FA4-05F9798609DF}" presName="sibTrans" presStyleCnt="0"/>
      <dgm:spPr/>
    </dgm:pt>
    <dgm:pt modelId="{117E7E5F-383C-3B46-8AA2-CD970EE6F3CC}" type="pres">
      <dgm:prSet presAssocID="{24F53485-629A-44F8-AD04-57EEB11BD91C}" presName="compositeNode" presStyleCnt="0">
        <dgm:presLayoutVars>
          <dgm:bulletEnabled val="1"/>
        </dgm:presLayoutVars>
      </dgm:prSet>
      <dgm:spPr/>
    </dgm:pt>
    <dgm:pt modelId="{5008559B-49DF-094E-9C7B-A5B2C8BAC5E2}" type="pres">
      <dgm:prSet presAssocID="{24F53485-629A-44F8-AD04-57EEB11BD91C}" presName="bgRect" presStyleLbl="bgAccFollowNode1" presStyleIdx="1" presStyleCnt="4"/>
      <dgm:spPr/>
    </dgm:pt>
    <dgm:pt modelId="{1445553C-5663-0B45-9BE7-07701960A4E8}" type="pres">
      <dgm:prSet presAssocID="{76743E27-DCC9-431F-B48E-38D0DE6BCD2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C1559DF6-0C34-5447-9A8E-5B8FE026AB6E}" type="pres">
      <dgm:prSet presAssocID="{24F53485-629A-44F8-AD04-57EEB11BD91C}" presName="bottomLine" presStyleLbl="alignNode1" presStyleIdx="3" presStyleCnt="8">
        <dgm:presLayoutVars/>
      </dgm:prSet>
      <dgm:spPr/>
    </dgm:pt>
    <dgm:pt modelId="{FC879889-5E3D-2B46-B89E-8D3F41639D06}" type="pres">
      <dgm:prSet presAssocID="{24F53485-629A-44F8-AD04-57EEB11BD91C}" presName="nodeText" presStyleLbl="bgAccFollowNode1" presStyleIdx="1" presStyleCnt="4">
        <dgm:presLayoutVars>
          <dgm:bulletEnabled val="1"/>
        </dgm:presLayoutVars>
      </dgm:prSet>
      <dgm:spPr/>
    </dgm:pt>
    <dgm:pt modelId="{11F74E2D-94E7-8B48-8DA4-EFA472438E87}" type="pres">
      <dgm:prSet presAssocID="{76743E27-DCC9-431F-B48E-38D0DE6BCD2A}" presName="sibTrans" presStyleCnt="0"/>
      <dgm:spPr/>
    </dgm:pt>
    <dgm:pt modelId="{AAAABB96-873A-B84C-8241-2B2952696A92}" type="pres">
      <dgm:prSet presAssocID="{13D71E02-EBFF-4093-A268-6D0109DB7125}" presName="compositeNode" presStyleCnt="0">
        <dgm:presLayoutVars>
          <dgm:bulletEnabled val="1"/>
        </dgm:presLayoutVars>
      </dgm:prSet>
      <dgm:spPr/>
    </dgm:pt>
    <dgm:pt modelId="{18C765C8-DA03-0745-8F5B-D066D6F7BCB5}" type="pres">
      <dgm:prSet presAssocID="{13D71E02-EBFF-4093-A268-6D0109DB7125}" presName="bgRect" presStyleLbl="bgAccFollowNode1" presStyleIdx="2" presStyleCnt="4"/>
      <dgm:spPr/>
    </dgm:pt>
    <dgm:pt modelId="{F25AC06E-8884-3045-98D7-C1C752CDF943}" type="pres">
      <dgm:prSet presAssocID="{13C17D23-1037-4090-8C5E-59916A9CCA9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59B38D13-62AB-6643-9C17-A04E2EF75707}" type="pres">
      <dgm:prSet presAssocID="{13D71E02-EBFF-4093-A268-6D0109DB7125}" presName="bottomLine" presStyleLbl="alignNode1" presStyleIdx="5" presStyleCnt="8">
        <dgm:presLayoutVars/>
      </dgm:prSet>
      <dgm:spPr/>
    </dgm:pt>
    <dgm:pt modelId="{0BD90CB2-7018-C746-86FC-14CEA5C91D07}" type="pres">
      <dgm:prSet presAssocID="{13D71E02-EBFF-4093-A268-6D0109DB7125}" presName="nodeText" presStyleLbl="bgAccFollowNode1" presStyleIdx="2" presStyleCnt="4">
        <dgm:presLayoutVars>
          <dgm:bulletEnabled val="1"/>
        </dgm:presLayoutVars>
      </dgm:prSet>
      <dgm:spPr/>
    </dgm:pt>
    <dgm:pt modelId="{06B9F8AF-7FFE-B14F-BE9C-4F1766BB8C84}" type="pres">
      <dgm:prSet presAssocID="{13C17D23-1037-4090-8C5E-59916A9CCA96}" presName="sibTrans" presStyleCnt="0"/>
      <dgm:spPr/>
    </dgm:pt>
    <dgm:pt modelId="{642EA1B0-CC7C-5046-AA6E-1A308F52C60A}" type="pres">
      <dgm:prSet presAssocID="{C677F8AD-4469-4E2E-BC36-643F6DB2B7FC}" presName="compositeNode" presStyleCnt="0">
        <dgm:presLayoutVars>
          <dgm:bulletEnabled val="1"/>
        </dgm:presLayoutVars>
      </dgm:prSet>
      <dgm:spPr/>
    </dgm:pt>
    <dgm:pt modelId="{B9777371-8853-914B-AFB0-3E0FB8DF0265}" type="pres">
      <dgm:prSet presAssocID="{C677F8AD-4469-4E2E-BC36-643F6DB2B7FC}" presName="bgRect" presStyleLbl="bgAccFollowNode1" presStyleIdx="3" presStyleCnt="4"/>
      <dgm:spPr/>
    </dgm:pt>
    <dgm:pt modelId="{EA24F5D6-5249-B342-9582-E2D2E8D92B01}" type="pres">
      <dgm:prSet presAssocID="{5AA0EE55-60B2-4B85-AA49-C56D22BD7F68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69436574-2B2F-0741-B944-EAFAFEAB154C}" type="pres">
      <dgm:prSet presAssocID="{C677F8AD-4469-4E2E-BC36-643F6DB2B7FC}" presName="bottomLine" presStyleLbl="alignNode1" presStyleIdx="7" presStyleCnt="8">
        <dgm:presLayoutVars/>
      </dgm:prSet>
      <dgm:spPr/>
    </dgm:pt>
    <dgm:pt modelId="{44B23416-BBED-2C45-AA1E-76850B8D3D49}" type="pres">
      <dgm:prSet presAssocID="{C677F8AD-4469-4E2E-BC36-643F6DB2B7F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9F23A0C-FACF-254F-8320-1A8F86F9AAE7}" type="presOf" srcId="{C677F8AD-4469-4E2E-BC36-643F6DB2B7FC}" destId="{B9777371-8853-914B-AFB0-3E0FB8DF0265}" srcOrd="0" destOrd="0" presId="urn:microsoft.com/office/officeart/2016/7/layout/BasicLinearProcessNumbered"/>
    <dgm:cxn modelId="{DC4DA315-30A8-6F48-B4B5-1ECE1D009B5B}" type="presOf" srcId="{C677F8AD-4469-4E2E-BC36-643F6DB2B7FC}" destId="{44B23416-BBED-2C45-AA1E-76850B8D3D49}" srcOrd="1" destOrd="0" presId="urn:microsoft.com/office/officeart/2016/7/layout/BasicLinearProcessNumbered"/>
    <dgm:cxn modelId="{D9558A1F-77B2-BE46-A050-EB5CBD2F7207}" type="presOf" srcId="{24F53485-629A-44F8-AD04-57EEB11BD91C}" destId="{FC879889-5E3D-2B46-B89E-8D3F41639D06}" srcOrd="1" destOrd="0" presId="urn:microsoft.com/office/officeart/2016/7/layout/BasicLinearProcessNumbered"/>
    <dgm:cxn modelId="{1CA3432A-D84C-574E-BF69-009EB9CAF146}" type="presOf" srcId="{92469480-54E6-4A75-B2F3-C90305E20CD8}" destId="{3C29D38A-1114-7447-B948-E190B5C09422}" srcOrd="1" destOrd="0" presId="urn:microsoft.com/office/officeart/2016/7/layout/BasicLinearProcessNumbered"/>
    <dgm:cxn modelId="{C75E5439-56A3-C54E-B09E-3E1A4244643D}" type="presOf" srcId="{13D71E02-EBFF-4093-A268-6D0109DB7125}" destId="{0BD90CB2-7018-C746-86FC-14CEA5C91D07}" srcOrd="1" destOrd="0" presId="urn:microsoft.com/office/officeart/2016/7/layout/BasicLinearProcessNumbered"/>
    <dgm:cxn modelId="{12759C4C-0691-6941-9C37-CFA4248E773C}" type="presOf" srcId="{84E23010-7B11-4A1F-83AE-704613711C48}" destId="{84FBB0F9-513C-FC40-83CB-F0B936E376EB}" srcOrd="0" destOrd="0" presId="urn:microsoft.com/office/officeart/2016/7/layout/BasicLinearProcessNumbered"/>
    <dgm:cxn modelId="{EB222E60-D68A-5742-819A-694D4E93B60F}" type="presOf" srcId="{13C17D23-1037-4090-8C5E-59916A9CCA96}" destId="{F25AC06E-8884-3045-98D7-C1C752CDF943}" srcOrd="0" destOrd="0" presId="urn:microsoft.com/office/officeart/2016/7/layout/BasicLinearProcessNumbered"/>
    <dgm:cxn modelId="{0A1F4D6C-53FD-4135-8B75-64EAE6B216EE}" srcId="{84E23010-7B11-4A1F-83AE-704613711C48}" destId="{92469480-54E6-4A75-B2F3-C90305E20CD8}" srcOrd="0" destOrd="0" parTransId="{DE4E66A4-F949-4E1A-83DC-9CB2251CF38D}" sibTransId="{0CC68165-F14C-4DC2-9FA4-05F9798609DF}"/>
    <dgm:cxn modelId="{DE66A280-DDC2-694C-9504-12D722A8770E}" type="presOf" srcId="{76743E27-DCC9-431F-B48E-38D0DE6BCD2A}" destId="{1445553C-5663-0B45-9BE7-07701960A4E8}" srcOrd="0" destOrd="0" presId="urn:microsoft.com/office/officeart/2016/7/layout/BasicLinearProcessNumbered"/>
    <dgm:cxn modelId="{C0991481-3CCB-C945-B50C-C750E87D07B0}" type="presOf" srcId="{13D71E02-EBFF-4093-A268-6D0109DB7125}" destId="{18C765C8-DA03-0745-8F5B-D066D6F7BCB5}" srcOrd="0" destOrd="0" presId="urn:microsoft.com/office/officeart/2016/7/layout/BasicLinearProcessNumbered"/>
    <dgm:cxn modelId="{FE959191-D318-4A02-AB18-FF4B6977A24D}" srcId="{84E23010-7B11-4A1F-83AE-704613711C48}" destId="{13D71E02-EBFF-4093-A268-6D0109DB7125}" srcOrd="2" destOrd="0" parTransId="{98B057BC-5E58-4360-9BC1-454479E422FF}" sibTransId="{13C17D23-1037-4090-8C5E-59916A9CCA96}"/>
    <dgm:cxn modelId="{53E073B4-D69C-4A63-9711-C249C65DD8EB}" srcId="{84E23010-7B11-4A1F-83AE-704613711C48}" destId="{24F53485-629A-44F8-AD04-57EEB11BD91C}" srcOrd="1" destOrd="0" parTransId="{BE34A15F-5689-47F3-B330-9D8AEE609E59}" sibTransId="{76743E27-DCC9-431F-B48E-38D0DE6BCD2A}"/>
    <dgm:cxn modelId="{D885A1B4-4F67-44F6-ABF3-E5B74EE5A36D}" srcId="{84E23010-7B11-4A1F-83AE-704613711C48}" destId="{C677F8AD-4469-4E2E-BC36-643F6DB2B7FC}" srcOrd="3" destOrd="0" parTransId="{38CD23E6-1DE4-440E-AEFB-DAB8D20A2236}" sibTransId="{5AA0EE55-60B2-4B85-AA49-C56D22BD7F68}"/>
    <dgm:cxn modelId="{80F4DBBB-8972-F042-8C6F-49A858986241}" type="presOf" srcId="{5AA0EE55-60B2-4B85-AA49-C56D22BD7F68}" destId="{EA24F5D6-5249-B342-9582-E2D2E8D92B01}" srcOrd="0" destOrd="0" presId="urn:microsoft.com/office/officeart/2016/7/layout/BasicLinearProcessNumbered"/>
    <dgm:cxn modelId="{5C54DFD3-4DD1-0342-9E67-4381F3BFC2A9}" type="presOf" srcId="{92469480-54E6-4A75-B2F3-C90305E20CD8}" destId="{42883A88-4236-8047-B54F-47251A546490}" srcOrd="0" destOrd="0" presId="urn:microsoft.com/office/officeart/2016/7/layout/BasicLinearProcessNumbered"/>
    <dgm:cxn modelId="{C646BBD9-9894-AE42-B063-BF2723CAAC5D}" type="presOf" srcId="{0CC68165-F14C-4DC2-9FA4-05F9798609DF}" destId="{42902113-1A42-BF4B-A77D-0ECF78E9436C}" srcOrd="0" destOrd="0" presId="urn:microsoft.com/office/officeart/2016/7/layout/BasicLinearProcessNumbered"/>
    <dgm:cxn modelId="{36F310DE-3071-8C42-9C43-6FB5AD00C750}" type="presOf" srcId="{24F53485-629A-44F8-AD04-57EEB11BD91C}" destId="{5008559B-49DF-094E-9C7B-A5B2C8BAC5E2}" srcOrd="0" destOrd="0" presId="urn:microsoft.com/office/officeart/2016/7/layout/BasicLinearProcessNumbered"/>
    <dgm:cxn modelId="{7B6EA880-BF1B-1240-96A4-C1F365900FF3}" type="presParOf" srcId="{84FBB0F9-513C-FC40-83CB-F0B936E376EB}" destId="{AD528331-AD86-9B40-BB55-65A774B725A6}" srcOrd="0" destOrd="0" presId="urn:microsoft.com/office/officeart/2016/7/layout/BasicLinearProcessNumbered"/>
    <dgm:cxn modelId="{73B34844-3EF0-434B-A61D-C655CB693C67}" type="presParOf" srcId="{AD528331-AD86-9B40-BB55-65A774B725A6}" destId="{42883A88-4236-8047-B54F-47251A546490}" srcOrd="0" destOrd="0" presId="urn:microsoft.com/office/officeart/2016/7/layout/BasicLinearProcessNumbered"/>
    <dgm:cxn modelId="{013CB9A3-1724-BE44-A109-8C944BB93DBB}" type="presParOf" srcId="{AD528331-AD86-9B40-BB55-65A774B725A6}" destId="{42902113-1A42-BF4B-A77D-0ECF78E9436C}" srcOrd="1" destOrd="0" presId="urn:microsoft.com/office/officeart/2016/7/layout/BasicLinearProcessNumbered"/>
    <dgm:cxn modelId="{38B4F2AF-54C9-C144-BC2E-A4C71C9B1464}" type="presParOf" srcId="{AD528331-AD86-9B40-BB55-65A774B725A6}" destId="{764F000D-F5DC-E447-803A-F9C36F0B3477}" srcOrd="2" destOrd="0" presId="urn:microsoft.com/office/officeart/2016/7/layout/BasicLinearProcessNumbered"/>
    <dgm:cxn modelId="{B204CD1F-4E75-4344-BE4E-BA3A3FAACC2B}" type="presParOf" srcId="{AD528331-AD86-9B40-BB55-65A774B725A6}" destId="{3C29D38A-1114-7447-B948-E190B5C09422}" srcOrd="3" destOrd="0" presId="urn:microsoft.com/office/officeart/2016/7/layout/BasicLinearProcessNumbered"/>
    <dgm:cxn modelId="{C94A42C5-FC36-8549-A207-0095E8CDD74E}" type="presParOf" srcId="{84FBB0F9-513C-FC40-83CB-F0B936E376EB}" destId="{3792AE26-2097-3946-BA13-7CA66F98E08B}" srcOrd="1" destOrd="0" presId="urn:microsoft.com/office/officeart/2016/7/layout/BasicLinearProcessNumbered"/>
    <dgm:cxn modelId="{582E5B21-3DAE-C245-B052-8677A88E295F}" type="presParOf" srcId="{84FBB0F9-513C-FC40-83CB-F0B936E376EB}" destId="{117E7E5F-383C-3B46-8AA2-CD970EE6F3CC}" srcOrd="2" destOrd="0" presId="urn:microsoft.com/office/officeart/2016/7/layout/BasicLinearProcessNumbered"/>
    <dgm:cxn modelId="{7F275B96-8379-6943-A3D3-D9997505BEA9}" type="presParOf" srcId="{117E7E5F-383C-3B46-8AA2-CD970EE6F3CC}" destId="{5008559B-49DF-094E-9C7B-A5B2C8BAC5E2}" srcOrd="0" destOrd="0" presId="urn:microsoft.com/office/officeart/2016/7/layout/BasicLinearProcessNumbered"/>
    <dgm:cxn modelId="{A0EB67C5-5C30-E845-B197-037847AC3735}" type="presParOf" srcId="{117E7E5F-383C-3B46-8AA2-CD970EE6F3CC}" destId="{1445553C-5663-0B45-9BE7-07701960A4E8}" srcOrd="1" destOrd="0" presId="urn:microsoft.com/office/officeart/2016/7/layout/BasicLinearProcessNumbered"/>
    <dgm:cxn modelId="{BB13DA59-7103-D44E-A5EB-A16F067867B1}" type="presParOf" srcId="{117E7E5F-383C-3B46-8AA2-CD970EE6F3CC}" destId="{C1559DF6-0C34-5447-9A8E-5B8FE026AB6E}" srcOrd="2" destOrd="0" presId="urn:microsoft.com/office/officeart/2016/7/layout/BasicLinearProcessNumbered"/>
    <dgm:cxn modelId="{F1AC499F-5DC8-DB47-9C93-1F4FA917C846}" type="presParOf" srcId="{117E7E5F-383C-3B46-8AA2-CD970EE6F3CC}" destId="{FC879889-5E3D-2B46-B89E-8D3F41639D06}" srcOrd="3" destOrd="0" presId="urn:microsoft.com/office/officeart/2016/7/layout/BasicLinearProcessNumbered"/>
    <dgm:cxn modelId="{8BFA8897-90A5-CA4C-89A1-206B15442A70}" type="presParOf" srcId="{84FBB0F9-513C-FC40-83CB-F0B936E376EB}" destId="{11F74E2D-94E7-8B48-8DA4-EFA472438E87}" srcOrd="3" destOrd="0" presId="urn:microsoft.com/office/officeart/2016/7/layout/BasicLinearProcessNumbered"/>
    <dgm:cxn modelId="{71FFC056-3EA6-6743-B2E3-2318AB3E598D}" type="presParOf" srcId="{84FBB0F9-513C-FC40-83CB-F0B936E376EB}" destId="{AAAABB96-873A-B84C-8241-2B2952696A92}" srcOrd="4" destOrd="0" presId="urn:microsoft.com/office/officeart/2016/7/layout/BasicLinearProcessNumbered"/>
    <dgm:cxn modelId="{2F444B14-C290-F844-B738-B5A5CD2762AF}" type="presParOf" srcId="{AAAABB96-873A-B84C-8241-2B2952696A92}" destId="{18C765C8-DA03-0745-8F5B-D066D6F7BCB5}" srcOrd="0" destOrd="0" presId="urn:microsoft.com/office/officeart/2016/7/layout/BasicLinearProcessNumbered"/>
    <dgm:cxn modelId="{61ABA6AC-C23B-CA46-B567-4DC864A47C25}" type="presParOf" srcId="{AAAABB96-873A-B84C-8241-2B2952696A92}" destId="{F25AC06E-8884-3045-98D7-C1C752CDF943}" srcOrd="1" destOrd="0" presId="urn:microsoft.com/office/officeart/2016/7/layout/BasicLinearProcessNumbered"/>
    <dgm:cxn modelId="{61017DDD-153E-5F42-84EB-96ACED3AB9B3}" type="presParOf" srcId="{AAAABB96-873A-B84C-8241-2B2952696A92}" destId="{59B38D13-62AB-6643-9C17-A04E2EF75707}" srcOrd="2" destOrd="0" presId="urn:microsoft.com/office/officeart/2016/7/layout/BasicLinearProcessNumbered"/>
    <dgm:cxn modelId="{4499F15C-229D-9B40-9D19-94BC721DCC3E}" type="presParOf" srcId="{AAAABB96-873A-B84C-8241-2B2952696A92}" destId="{0BD90CB2-7018-C746-86FC-14CEA5C91D07}" srcOrd="3" destOrd="0" presId="urn:microsoft.com/office/officeart/2016/7/layout/BasicLinearProcessNumbered"/>
    <dgm:cxn modelId="{8D523C2C-F7C6-FF4C-9184-6EC88172F9B5}" type="presParOf" srcId="{84FBB0F9-513C-FC40-83CB-F0B936E376EB}" destId="{06B9F8AF-7FFE-B14F-BE9C-4F1766BB8C84}" srcOrd="5" destOrd="0" presId="urn:microsoft.com/office/officeart/2016/7/layout/BasicLinearProcessNumbered"/>
    <dgm:cxn modelId="{EC922E72-8550-AB42-A520-3603AE489EF4}" type="presParOf" srcId="{84FBB0F9-513C-FC40-83CB-F0B936E376EB}" destId="{642EA1B0-CC7C-5046-AA6E-1A308F52C60A}" srcOrd="6" destOrd="0" presId="urn:microsoft.com/office/officeart/2016/7/layout/BasicLinearProcessNumbered"/>
    <dgm:cxn modelId="{8CC95655-1AC0-1B48-B92E-D5E4C099D1E9}" type="presParOf" srcId="{642EA1B0-CC7C-5046-AA6E-1A308F52C60A}" destId="{B9777371-8853-914B-AFB0-3E0FB8DF0265}" srcOrd="0" destOrd="0" presId="urn:microsoft.com/office/officeart/2016/7/layout/BasicLinearProcessNumbered"/>
    <dgm:cxn modelId="{FA296AA7-7329-FF43-8CB6-072B4F1DB43F}" type="presParOf" srcId="{642EA1B0-CC7C-5046-AA6E-1A308F52C60A}" destId="{EA24F5D6-5249-B342-9582-E2D2E8D92B01}" srcOrd="1" destOrd="0" presId="urn:microsoft.com/office/officeart/2016/7/layout/BasicLinearProcessNumbered"/>
    <dgm:cxn modelId="{425AF020-D23E-C94C-AE82-306C4001DD33}" type="presParOf" srcId="{642EA1B0-CC7C-5046-AA6E-1A308F52C60A}" destId="{69436574-2B2F-0741-B944-EAFAFEAB154C}" srcOrd="2" destOrd="0" presId="urn:microsoft.com/office/officeart/2016/7/layout/BasicLinearProcessNumbered"/>
    <dgm:cxn modelId="{027C85C8-FACA-5547-A017-81D588A4EBC9}" type="presParOf" srcId="{642EA1B0-CC7C-5046-AA6E-1A308F52C60A}" destId="{44B23416-BBED-2C45-AA1E-76850B8D3D4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83A88-4236-8047-B54F-47251A546490}">
      <dsp:nvSpPr>
        <dsp:cNvPr id="0" name=""/>
        <dsp:cNvSpPr/>
      </dsp:nvSpPr>
      <dsp:spPr>
        <a:xfrm>
          <a:off x="2964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and implement medical facility database schema</a:t>
          </a:r>
        </a:p>
      </dsp:txBody>
      <dsp:txXfrm>
        <a:off x="2964" y="1387950"/>
        <a:ext cx="2351960" cy="1975646"/>
      </dsp:txXfrm>
    </dsp:sp>
    <dsp:sp modelId="{42902113-1A42-BF4B-A77D-0ECF78E9436C}">
      <dsp:nvSpPr>
        <dsp:cNvPr id="0" name=""/>
        <dsp:cNvSpPr/>
      </dsp:nvSpPr>
      <dsp:spPr>
        <a:xfrm>
          <a:off x="685033" y="465982"/>
          <a:ext cx="987823" cy="98782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</a:t>
          </a:r>
        </a:p>
      </dsp:txBody>
      <dsp:txXfrm>
        <a:off x="829696" y="610645"/>
        <a:ext cx="698497" cy="698497"/>
      </dsp:txXfrm>
    </dsp:sp>
    <dsp:sp modelId="{764F000D-F5DC-E447-803A-F9C36F0B3477}">
      <dsp:nvSpPr>
        <dsp:cNvPr id="0" name=""/>
        <dsp:cNvSpPr/>
      </dsp:nvSpPr>
      <dsp:spPr>
        <a:xfrm>
          <a:off x="2964" y="3429380"/>
          <a:ext cx="2351960" cy="72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8559B-49DF-094E-9C7B-A5B2C8BAC5E2}">
      <dsp:nvSpPr>
        <dsp:cNvPr id="0" name=""/>
        <dsp:cNvSpPr/>
      </dsp:nvSpPr>
      <dsp:spPr>
        <a:xfrm>
          <a:off x="2590121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 core system architecture with mapping services</a:t>
          </a:r>
        </a:p>
      </dsp:txBody>
      <dsp:txXfrm>
        <a:off x="2590121" y="1387950"/>
        <a:ext cx="2351960" cy="1975646"/>
      </dsp:txXfrm>
    </dsp:sp>
    <dsp:sp modelId="{1445553C-5663-0B45-9BE7-07701960A4E8}">
      <dsp:nvSpPr>
        <dsp:cNvPr id="0" name=""/>
        <dsp:cNvSpPr/>
      </dsp:nvSpPr>
      <dsp:spPr>
        <a:xfrm>
          <a:off x="3272189" y="465982"/>
          <a:ext cx="987823" cy="987823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2</a:t>
          </a:r>
        </a:p>
      </dsp:txBody>
      <dsp:txXfrm>
        <a:off x="3416852" y="610645"/>
        <a:ext cx="698497" cy="698497"/>
      </dsp:txXfrm>
    </dsp:sp>
    <dsp:sp modelId="{C1559DF6-0C34-5447-9A8E-5B8FE026AB6E}">
      <dsp:nvSpPr>
        <dsp:cNvPr id="0" name=""/>
        <dsp:cNvSpPr/>
      </dsp:nvSpPr>
      <dsp:spPr>
        <a:xfrm>
          <a:off x="2590121" y="3429380"/>
          <a:ext cx="2351960" cy="72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765C8-DA03-0745-8F5B-D066D6F7BCB5}">
      <dsp:nvSpPr>
        <dsp:cNvPr id="0" name=""/>
        <dsp:cNvSpPr/>
      </dsp:nvSpPr>
      <dsp:spPr>
        <a:xfrm>
          <a:off x="5177278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Integrate with OpenStreetMap routing engine Create adaptive user interface for emergency/non-emergency scenarios</a:t>
          </a:r>
        </a:p>
      </dsp:txBody>
      <dsp:txXfrm>
        <a:off x="5177278" y="1387950"/>
        <a:ext cx="2351960" cy="1975646"/>
      </dsp:txXfrm>
    </dsp:sp>
    <dsp:sp modelId="{F25AC06E-8884-3045-98D7-C1C752CDF943}">
      <dsp:nvSpPr>
        <dsp:cNvPr id="0" name=""/>
        <dsp:cNvSpPr/>
      </dsp:nvSpPr>
      <dsp:spPr>
        <a:xfrm>
          <a:off x="5859346" y="465982"/>
          <a:ext cx="987823" cy="987823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6004009" y="610645"/>
        <a:ext cx="698497" cy="698497"/>
      </dsp:txXfrm>
    </dsp:sp>
    <dsp:sp modelId="{59B38D13-62AB-6643-9C17-A04E2EF75707}">
      <dsp:nvSpPr>
        <dsp:cNvPr id="0" name=""/>
        <dsp:cNvSpPr/>
      </dsp:nvSpPr>
      <dsp:spPr>
        <a:xfrm>
          <a:off x="5177278" y="3429380"/>
          <a:ext cx="2351960" cy="72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77371-8853-914B-AFB0-3E0FB8DF0265}">
      <dsp:nvSpPr>
        <dsp:cNvPr id="0" name=""/>
        <dsp:cNvSpPr/>
      </dsp:nvSpPr>
      <dsp:spPr>
        <a:xfrm>
          <a:off x="7764434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 and validate within Vilnius city limits</a:t>
          </a:r>
        </a:p>
      </dsp:txBody>
      <dsp:txXfrm>
        <a:off x="7764434" y="1387950"/>
        <a:ext cx="2351960" cy="1975646"/>
      </dsp:txXfrm>
    </dsp:sp>
    <dsp:sp modelId="{EA24F5D6-5249-B342-9582-E2D2E8D92B01}">
      <dsp:nvSpPr>
        <dsp:cNvPr id="0" name=""/>
        <dsp:cNvSpPr/>
      </dsp:nvSpPr>
      <dsp:spPr>
        <a:xfrm>
          <a:off x="8446503" y="465982"/>
          <a:ext cx="987823" cy="987823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4</a:t>
          </a:r>
        </a:p>
      </dsp:txBody>
      <dsp:txXfrm>
        <a:off x="8591166" y="610645"/>
        <a:ext cx="698497" cy="698497"/>
      </dsp:txXfrm>
    </dsp:sp>
    <dsp:sp modelId="{69436574-2B2F-0741-B944-EAFAFEAB154C}">
      <dsp:nvSpPr>
        <dsp:cNvPr id="0" name=""/>
        <dsp:cNvSpPr/>
      </dsp:nvSpPr>
      <dsp:spPr>
        <a:xfrm>
          <a:off x="7764434" y="3429380"/>
          <a:ext cx="2351960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4C3E3-0724-8FA1-5A6C-3A1ADB0BE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D2F31-2704-D46E-3435-B4D3F2399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E1C3E-71B7-8000-B49C-58F916529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07E7D-C449-BDB3-DF4A-886A9346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8202C-C207-CBB3-AF66-2A915754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0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9219-F9AA-487E-57D9-3F1B4140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BC50-BE47-C252-B776-D4E64D950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D7CD5-8E9B-4CB2-FA22-8DAFEFDA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C6C38-5B48-903D-F616-6BA7B136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0B0E5-9A03-5FBD-F4C1-215D3467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4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5371-BD63-4A00-9043-1A378552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47C7F-E2F4-ED3E-8F1B-CD445A2FA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B50A-0BE5-9ECA-67E7-4650832C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0ACDA-83CC-B609-B23F-5940D694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C0D66-78F2-83CA-98FA-66473F6C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7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49F1-B490-268B-B641-90230ADFE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3075-6367-533C-E7C8-F9A4C305A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FD064-6843-9771-BBA0-0C6BA0655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577C9-C11E-2062-669C-9370D2134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80C68-BD65-C730-0737-B2ED3DBC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16EA2-53E8-98F4-4E20-085DC5B6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2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4E12-4BF7-761B-9652-50CFF3C7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55B21-504E-9414-E264-DF8A13263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F6E1A-F1CE-0C0A-60F7-70026D5E2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8B8E6-8115-2B0A-1370-AA7D756D3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4AD628-47DE-4C27-C715-8464F9A91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19FB9-FDC7-F4C7-BF04-EB1C4934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5FF21-38B1-665B-53C0-CDEA39FA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6FEC2-5650-215A-1B7F-1153FA87F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827F-608D-755F-2F5A-BFDC7FF9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0C6474-397F-DCE5-603F-546F4A4D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1F2AC-977F-9BE6-828D-E63ED8BE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CCE50-0434-1F7D-85D2-831102D0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8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54A92-203A-68F9-6726-0BAB51A81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B8EB3-DB55-C31E-2ED3-C1D22962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7B963-2B21-A2C1-7F7D-F01E51A8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DFB6-900C-E350-BEA0-10DB20BB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813D-9410-4A03-3B0E-8E9AA94DD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D3AD4-CDED-AF16-4DC6-EC5BB8F22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F3317-A968-DBF5-288C-5B584904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445CB-C880-4EC3-E570-C131F2DD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3FEF8-E309-4B72-70A1-50BEE3CA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6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94BB-EA5E-9C93-736B-FDC32587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0D3CAF-623D-950C-932D-DD2A3ED2D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5CF7B-484D-BA86-1F57-78C2FB3B7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EF06-C5F6-CDBE-31A9-1BD4973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3B47E-CB35-EF64-AFB3-DF931F7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D4EFD-AB7C-C60E-D419-335F8F35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3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7245-451F-89E0-5945-050C31C61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B0915-E2CE-BDB1-6581-8BB3562EC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D2E7-4AD3-CCDF-3504-BECAF7D8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6CE81-6449-AD70-96F6-31CCF1F6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53B1C-118B-3F6F-1B97-27CD5801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8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64611-5504-30EB-7A36-4C4A42FC8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7750F-9CF6-126B-7BBB-4D06B81A3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D8DEB-EBEA-3151-7108-4DA36E2F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53E06-B450-7183-1FEB-59F7CFFF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1B8-9B1D-58EA-2E44-64678821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2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FC8C1-D12A-92A6-A2A3-606BE773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99E68-E677-8600-70D1-9C73E0C01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D146C-2BC2-D789-6805-020AEA715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1F695-BD9F-5B40-AE6B-EFC0EE9F1A3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3F02-6D11-01A7-1B1C-215C8392C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0FE89-7F66-A81A-0F20-61002D42D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AE31C-5FE6-B94A-8306-CC9DB6BC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2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2DF33-F3CD-AA06-8637-3654056B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chemeClr val="accent1"/>
                </a:solidFill>
              </a:rPr>
              <a:t>Emergency Medical Facility Routing System for Vilnius</a:t>
            </a:r>
            <a:br>
              <a:rPr lang="en-US" b="1">
                <a:solidFill>
                  <a:schemeClr val="accent1"/>
                </a:solidFill>
              </a:rPr>
            </a:br>
            <a:endParaRPr lang="en-US">
              <a:solidFill>
                <a:schemeClr val="accent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7858087F-5273-F87C-2D21-59CF86148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2000" dirty="0"/>
              <a:t>A Web-Based Solution for Optimized Medical Facility Navigation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7D31B-7ED6-918C-A72D-92EC4B025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030" y="3589866"/>
            <a:ext cx="6250940" cy="2304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Ufuk Saylan</a:t>
            </a:r>
          </a:p>
          <a:p>
            <a:pPr marL="0" indent="0">
              <a:buNone/>
            </a:pPr>
            <a:r>
              <a:rPr lang="en-US" sz="2000" dirty="0"/>
              <a:t>Thesis Supervisor: Danylo </a:t>
            </a:r>
            <a:r>
              <a:rPr lang="en-US" sz="2000" dirty="0" err="1"/>
              <a:t>Shkundalov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733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840FA7-6E14-5315-98AB-B274F4A2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Thesis Objective</a:t>
            </a:r>
            <a:br>
              <a:rPr lang="en-US" sz="4800" b="1"/>
            </a:br>
            <a:endParaRPr lang="en-US" sz="480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FC7E396-E8E6-9417-7D23-C8F291A26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Development of an efficient Emergency Medical Facility Routing System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Optimizes medical facility access in Vilnius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Integrates facility specialization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Considers operating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Accounts for current traffic conditions(?)</a:t>
            </a:r>
          </a:p>
          <a:p>
            <a:endParaRPr lang="en-US" sz="24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33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294D2-5A0B-9436-5F9E-B742C0A2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chemeClr val="accent1"/>
                </a:solidFill>
              </a:rPr>
              <a:t>Relevance</a:t>
            </a:r>
            <a:br>
              <a:rPr lang="en-US" b="1">
                <a:solidFill>
                  <a:schemeClr val="accent1"/>
                </a:solidFill>
              </a:rPr>
            </a:br>
            <a:endParaRPr lang="en-US">
              <a:solidFill>
                <a:schemeClr val="accent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0C4D-1D1F-A66A-8B69-BAC09F4D7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/>
          </a:bodyPr>
          <a:lstStyle/>
          <a:p>
            <a:r>
              <a:rPr lang="en-US" sz="2000" b="1"/>
              <a:t>Current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Lack of specialized medical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No integration of facility capabilities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Limited emergency routing options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569A7-9B55-6BF7-1A5C-5855A2FC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030" y="3589866"/>
            <a:ext cx="6250940" cy="2304628"/>
          </a:xfrm>
        </p:spPr>
        <p:txBody>
          <a:bodyPr>
            <a:normAutofit/>
          </a:bodyPr>
          <a:lstStyle/>
          <a:p>
            <a:r>
              <a:rPr lang="en-US" sz="2000" b="1"/>
              <a:t>Solution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Improved emergency response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Better facility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Enhanced patient outcomes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0781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B6243C-4B1B-62FD-99BF-C77A2E3B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chemeClr val="tx2"/>
                </a:solidFill>
              </a:rPr>
              <a:t>Key Tasks</a:t>
            </a:r>
            <a:br>
              <a:rPr lang="en-US" sz="3700" b="1">
                <a:solidFill>
                  <a:schemeClr val="tx2"/>
                </a:solidFill>
              </a:rPr>
            </a:br>
            <a:endParaRPr lang="en-US" sz="370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E8DE5BBA-4792-20FE-4F6E-1D37D6FC8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254655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2543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919EE-6131-EADA-52CC-2072F06F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Planned Tasks</a:t>
            </a:r>
            <a:br>
              <a:rPr lang="en-US" sz="4000" dirty="0"/>
            </a:br>
            <a:endParaRPr lang="en-US" sz="4000" dirty="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B8879E0F-15E3-D992-FC74-155B4AF9F6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14" r="22092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8AB7-6FC3-7D9C-72E3-CB5A10B04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400"/>
              <a:t>Technical Implementation: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Develop the backend system Create the frontend interface with Vue.js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Set up MySQL database with the designed schema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Implement OpenStreetMap integration</a:t>
            </a:r>
          </a:p>
          <a:p>
            <a:pPr>
              <a:buFont typeface="+mj-lt"/>
              <a:buAutoNum type="arabicPeriod" startAt="2"/>
            </a:pPr>
            <a:r>
              <a:rPr lang="en-US" sz="1400"/>
              <a:t>Core Features Development: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Build the routing engine with emergency prioritization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Create facility management system including operating hours and specializations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Develop user interfaces for emergency and standard modes</a:t>
            </a:r>
          </a:p>
          <a:p>
            <a:pPr>
              <a:buFont typeface="+mj-lt"/>
              <a:buAutoNum type="arabicPeriod" startAt="3"/>
            </a:pPr>
            <a:r>
              <a:rPr lang="en-US" sz="1400"/>
              <a:t>Testing and Deployment: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Implement comprehensive testing within Vilnius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Document system architecture and usage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86166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40834-35F3-1337-871C-998B26CC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Completed Tasks:</a:t>
            </a:r>
            <a:br>
              <a:rPr lang="en-US" sz="4000"/>
            </a:br>
            <a:endParaRPr 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5AF4B-46A5-CF68-D0CA-9D4BB9DD9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Searching of existing medical facility routing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Database schema design for medical facilities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System architecture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Technical stack selection and justification (Go, Vue.js, MySQL)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Core component identification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Basic routing algorithm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User interface wireframes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Integration requirements documentation for OpenStreetMap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6998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446A40-2163-AEAA-6263-B4C04326A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994" y="643466"/>
            <a:ext cx="880801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0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248</Words>
  <Application>Microsoft Macintosh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Emergency Medical Facility Routing System for Vilnius </vt:lpstr>
      <vt:lpstr>Thesis Objective </vt:lpstr>
      <vt:lpstr>Relevance </vt:lpstr>
      <vt:lpstr>Key Tasks </vt:lpstr>
      <vt:lpstr>Planned Tasks </vt:lpstr>
      <vt:lpstr>Completed Tasks: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Ufuk Saylan</dc:creator>
  <cp:lastModifiedBy>Ufuk Saylan</cp:lastModifiedBy>
  <cp:revision>1</cp:revision>
  <dcterms:created xsi:type="dcterms:W3CDTF">2025-01-24T05:35:29Z</dcterms:created>
  <dcterms:modified xsi:type="dcterms:W3CDTF">2025-01-24T05:54:09Z</dcterms:modified>
</cp:coreProperties>
</file>